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Spline Sans"/>
      <p:regular r:id="rId18"/>
      <p:bold r:id="rId19"/>
    </p:embeddedFont>
    <p:embeddedFont>
      <p:font typeface="Lexend Light"/>
      <p:regular r:id="rId20"/>
      <p:bold r:id="rId21"/>
    </p:embeddedFont>
    <p:embeddedFont>
      <p:font typeface="Roboto"/>
      <p:regular r:id="rId22"/>
      <p:bold r:id="rId23"/>
      <p:italic r:id="rId24"/>
      <p:boldItalic r:id="rId25"/>
    </p:embeddedFont>
    <p:embeddedFont>
      <p:font typeface="Lexen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Light-regular.fntdata"/><Relationship Id="rId22" Type="http://schemas.openxmlformats.org/officeDocument/2006/relationships/font" Target="fonts/Roboto-regular.fntdata"/><Relationship Id="rId21" Type="http://schemas.openxmlformats.org/officeDocument/2006/relationships/font" Target="fonts/LexendLight-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regular.fntdata"/><Relationship Id="rId25" Type="http://schemas.openxmlformats.org/officeDocument/2006/relationships/font" Target="fonts/Roboto-boldItalic.fntdata"/><Relationship Id="rId27" Type="http://schemas.openxmlformats.org/officeDocument/2006/relationships/font" Target="fonts/Lexen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SplineSans-bold.fntdata"/><Relationship Id="rId18" Type="http://schemas.openxmlformats.org/officeDocument/2006/relationships/font" Target="fonts/Spline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6ac5896ad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6ac5896ad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af7a0c618a_1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af7a0c618a_1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6aa744baa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6aa744baa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checks I run while it trains, to see if generated samples are getting closer to the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27c84fca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f27c84fc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27c84fca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27c84fca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27c84fca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f27c84fca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f27c84fca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f27c84fca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f27c84fca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f27c84fca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the first real use of the module: does my flow-matching track actually generate the right distribution? I tested on a 2D Gaussian mixture, because that's what the module is already calibrated on, so I'm testing the model and the module at the same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State the convention once and don't relitigate it: "Convention is t equals zero is noise, t equals one is data, the flow-matching-paper convention. Draw a noise point, draw a data point, put a point on the straight line between them, and train the network to predict the constant velocity that points from noise toward data. That's the whole objective in five lines." Gesture at the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"Setup: 20k train, 5k validation, Adam, 4000 steps."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convergence plot is the money figure. </a:t>
            </a:r>
            <a:r>
              <a:rPr b="1" lang="en">
                <a:solidFill>
                  <a:schemeClr val="dk1"/>
                </a:solidFill>
              </a:rPr>
              <a:t>Retitle it 'approaches the null floor,' not 'converges to.'</a:t>
            </a:r>
            <a:r>
              <a:rPr lang="en">
                <a:solidFill>
                  <a:schemeClr val="dk1"/>
                </a:solidFill>
              </a:rPr>
              <a:t> Say: "SWD drops fast and then flattens just above the dashed line. That dashed line is the null floor, the best SWD achievable at finite sample size, which is not zero. The model gets close to it and sits a little above. I'll be precise about that gap on the next slide."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f27c84fca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f27c84fca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"SWD trained is 0.066 against a null floor of 0.049. So it's not at the floor, it's about 1.3 times above it. Small gap, but real."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"MMD is around 1e-4, essentially matched."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"AUC is 0.54 plus or minus 0.003. With that error bar, 0.54 is many sigma above 0.50, so a classifier </a:t>
            </a:r>
            <a:r>
              <a:rPr i="1" lang="en">
                <a:solidFill>
                  <a:schemeClr val="dk1"/>
                </a:solidFill>
              </a:rPr>
              <a:t>can</a:t>
            </a:r>
            <a:r>
              <a:rPr lang="en">
                <a:solidFill>
                  <a:schemeClr val="dk1"/>
                </a:solidFill>
              </a:rPr>
              <a:t> still tell them apart, just barely."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"Chi-squared mean is 1.74 against an ideal of 1, so the marginals are off beyond pure statistics."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the interesting part: MMD says matched, but SWD, AUC, and chi-squared all say there's a small residual gap. That disagreement isn't noise. MMD at the median bandwidth is lenient on small mode-mass imbalances; the other three are sensitive to marginal shape. They disagree in exactly the way the theory predicts, and that is the entire argument for using a battery instead of one number."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Localize the defect: "Per-feature W1 is 0.036 on one coordinate and 0.10 on the other, and the feature-1 histogram shows why: feature 1 is bimodal, and the model slightly misplaces mass between the two modes. Three metrics agree on where the defect lives. That's a precise diagnosis a corner plot can't give you."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wind-map and trajectory plots: "On the left is the learned velocity field at t equals 0.5, the wind map the points ride. On the right, noise points at t equals zero flowing along it to data at t equals one. Worth noting: every training target was a </a:t>
            </a:r>
            <a:r>
              <a:rPr i="1" lang="en">
                <a:solidFill>
                  <a:schemeClr val="dk1"/>
                </a:solidFill>
              </a:rPr>
              <a:t>constant</a:t>
            </a:r>
            <a:r>
              <a:rPr lang="en">
                <a:solidFill>
                  <a:schemeClr val="dk1"/>
                </a:solidFill>
              </a:rPr>
              <a:t> per pair, yet the learned field is curved and position-dependent, because the network learns the average velocity over all pairs passing through each point. The curvature in that left plot is that averaging made visible."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Land it honestly: "So the verdict is: flow matching learns approximately the right distribution, with a small residual gap localized to the bimodal coordinate, the kind you'd chase with more steps or a slightly bigger network. And the module pinned down exactly where the gap is. That's the result."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6ac5896ad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6ac5896ad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452231c6c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452231c6c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f27c84fca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f27c84fca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2">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11" name="Google Shape;11;p2"/>
          <p:cNvGrpSpPr/>
          <p:nvPr/>
        </p:nvGrpSpPr>
        <p:grpSpPr>
          <a:xfrm>
            <a:off x="0" y="-125"/>
            <a:ext cx="9144300" cy="5143500"/>
            <a:chOff x="0" y="-125"/>
            <a:chExt cx="9144300" cy="5143500"/>
          </a:xfrm>
        </p:grpSpPr>
        <p:sp>
          <p:nvSpPr>
            <p:cNvPr id="12" name="Google Shape;12;p2"/>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3" name="Google Shape;13;p2"/>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4" name="Google Shape;14;p2"/>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5" name="Google Shape;15;p2"/>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grpSp>
        <p:nvGrpSpPr>
          <p:cNvPr id="16" name="Google Shape;16;p2"/>
          <p:cNvGrpSpPr/>
          <p:nvPr/>
        </p:nvGrpSpPr>
        <p:grpSpPr>
          <a:xfrm>
            <a:off x="537556" y="689375"/>
            <a:ext cx="8068563" cy="3764713"/>
            <a:chOff x="537556" y="689375"/>
            <a:chExt cx="8068563" cy="3764713"/>
          </a:xfrm>
        </p:grpSpPr>
        <p:sp>
          <p:nvSpPr>
            <p:cNvPr id="17" name="Google Shape;17;p2"/>
            <p:cNvSpPr/>
            <p:nvPr/>
          </p:nvSpPr>
          <p:spPr>
            <a:xfrm>
              <a:off x="161340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 name="Google Shape;18;p2"/>
            <p:cNvSpPr/>
            <p:nvPr/>
          </p:nvSpPr>
          <p:spPr>
            <a:xfrm>
              <a:off x="32276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 name="Google Shape;19;p2"/>
            <p:cNvSpPr/>
            <p:nvPr/>
          </p:nvSpPr>
          <p:spPr>
            <a:xfrm>
              <a:off x="37652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 name="Google Shape;20;p2"/>
            <p:cNvSpPr/>
            <p:nvPr/>
          </p:nvSpPr>
          <p:spPr>
            <a:xfrm>
              <a:off x="26894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 name="Google Shape;21;p2"/>
            <p:cNvSpPr/>
            <p:nvPr/>
          </p:nvSpPr>
          <p:spPr>
            <a:xfrm>
              <a:off x="21518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 name="Google Shape;22;p2"/>
            <p:cNvSpPr/>
            <p:nvPr/>
          </p:nvSpPr>
          <p:spPr>
            <a:xfrm>
              <a:off x="53792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 name="Google Shape;23;p2"/>
            <p:cNvSpPr/>
            <p:nvPr/>
          </p:nvSpPr>
          <p:spPr>
            <a:xfrm>
              <a:off x="59168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 name="Google Shape;24;p2"/>
            <p:cNvSpPr/>
            <p:nvPr/>
          </p:nvSpPr>
          <p:spPr>
            <a:xfrm>
              <a:off x="48410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 name="Google Shape;25;p2"/>
            <p:cNvSpPr/>
            <p:nvPr/>
          </p:nvSpPr>
          <p:spPr>
            <a:xfrm>
              <a:off x="43034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 name="Google Shape;26;p2"/>
            <p:cNvSpPr/>
            <p:nvPr/>
          </p:nvSpPr>
          <p:spPr>
            <a:xfrm>
              <a:off x="699235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 name="Google Shape;27;p2"/>
            <p:cNvSpPr/>
            <p:nvPr/>
          </p:nvSpPr>
          <p:spPr>
            <a:xfrm>
              <a:off x="6454750"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 name="Google Shape;28;p2"/>
            <p:cNvSpPr/>
            <p:nvPr/>
          </p:nvSpPr>
          <p:spPr>
            <a:xfrm>
              <a:off x="161340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 name="Google Shape;29;p2"/>
            <p:cNvSpPr/>
            <p:nvPr/>
          </p:nvSpPr>
          <p:spPr>
            <a:xfrm>
              <a:off x="37652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 name="Google Shape;30;p2"/>
            <p:cNvSpPr/>
            <p:nvPr/>
          </p:nvSpPr>
          <p:spPr>
            <a:xfrm>
              <a:off x="26894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 name="Google Shape;31;p2"/>
            <p:cNvSpPr/>
            <p:nvPr/>
          </p:nvSpPr>
          <p:spPr>
            <a:xfrm>
              <a:off x="21518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 name="Google Shape;32;p2"/>
            <p:cNvSpPr/>
            <p:nvPr/>
          </p:nvSpPr>
          <p:spPr>
            <a:xfrm>
              <a:off x="32276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 name="Google Shape;33;p2"/>
            <p:cNvSpPr/>
            <p:nvPr/>
          </p:nvSpPr>
          <p:spPr>
            <a:xfrm>
              <a:off x="59168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 name="Google Shape;34;p2"/>
            <p:cNvSpPr/>
            <p:nvPr/>
          </p:nvSpPr>
          <p:spPr>
            <a:xfrm>
              <a:off x="48410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 name="Google Shape;35;p2"/>
            <p:cNvSpPr/>
            <p:nvPr/>
          </p:nvSpPr>
          <p:spPr>
            <a:xfrm>
              <a:off x="43034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 name="Google Shape;36;p2"/>
            <p:cNvSpPr/>
            <p:nvPr/>
          </p:nvSpPr>
          <p:spPr>
            <a:xfrm>
              <a:off x="53792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 name="Google Shape;37;p2"/>
            <p:cNvSpPr/>
            <p:nvPr/>
          </p:nvSpPr>
          <p:spPr>
            <a:xfrm>
              <a:off x="699235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 name="Google Shape;38;p2"/>
            <p:cNvSpPr/>
            <p:nvPr/>
          </p:nvSpPr>
          <p:spPr>
            <a:xfrm>
              <a:off x="6454750"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 name="Google Shape;39;p2"/>
            <p:cNvSpPr/>
            <p:nvPr/>
          </p:nvSpPr>
          <p:spPr>
            <a:xfrm>
              <a:off x="537600" y="28405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 name="Google Shape;40;p2"/>
            <p:cNvSpPr/>
            <p:nvPr/>
          </p:nvSpPr>
          <p:spPr>
            <a:xfrm>
              <a:off x="53760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 name="Google Shape;41;p2"/>
            <p:cNvSpPr/>
            <p:nvPr/>
          </p:nvSpPr>
          <p:spPr>
            <a:xfrm>
              <a:off x="806815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 name="Google Shape;42;p2"/>
            <p:cNvSpPr/>
            <p:nvPr/>
          </p:nvSpPr>
          <p:spPr>
            <a:xfrm>
              <a:off x="8068150" y="2840650"/>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 name="Google Shape;43;p2"/>
            <p:cNvSpPr/>
            <p:nvPr/>
          </p:nvSpPr>
          <p:spPr>
            <a:xfrm>
              <a:off x="161340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4" name="Google Shape;44;p2"/>
            <p:cNvSpPr/>
            <p:nvPr/>
          </p:nvSpPr>
          <p:spPr>
            <a:xfrm>
              <a:off x="32276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5" name="Google Shape;45;p2"/>
            <p:cNvSpPr/>
            <p:nvPr/>
          </p:nvSpPr>
          <p:spPr>
            <a:xfrm>
              <a:off x="26894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 name="Google Shape;46;p2"/>
            <p:cNvSpPr/>
            <p:nvPr/>
          </p:nvSpPr>
          <p:spPr>
            <a:xfrm>
              <a:off x="21518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7" name="Google Shape;47;p2"/>
            <p:cNvSpPr/>
            <p:nvPr/>
          </p:nvSpPr>
          <p:spPr>
            <a:xfrm>
              <a:off x="37652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 name="Google Shape;48;p2"/>
            <p:cNvSpPr/>
            <p:nvPr/>
          </p:nvSpPr>
          <p:spPr>
            <a:xfrm rot="-5400000">
              <a:off x="537556" y="68961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 name="Google Shape;49;p2"/>
            <p:cNvSpPr/>
            <p:nvPr/>
          </p:nvSpPr>
          <p:spPr>
            <a:xfrm>
              <a:off x="53792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0" name="Google Shape;50;p2"/>
            <p:cNvSpPr/>
            <p:nvPr/>
          </p:nvSpPr>
          <p:spPr>
            <a:xfrm>
              <a:off x="48410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1" name="Google Shape;51;p2"/>
            <p:cNvSpPr/>
            <p:nvPr/>
          </p:nvSpPr>
          <p:spPr>
            <a:xfrm>
              <a:off x="43034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 name="Google Shape;52;p2"/>
            <p:cNvSpPr/>
            <p:nvPr/>
          </p:nvSpPr>
          <p:spPr>
            <a:xfrm>
              <a:off x="59168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3" name="Google Shape;53;p2"/>
            <p:cNvSpPr/>
            <p:nvPr/>
          </p:nvSpPr>
          <p:spPr>
            <a:xfrm>
              <a:off x="699235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4" name="Google Shape;54;p2"/>
            <p:cNvSpPr/>
            <p:nvPr/>
          </p:nvSpPr>
          <p:spPr>
            <a:xfrm>
              <a:off x="6454750"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5" name="Google Shape;55;p2"/>
            <p:cNvSpPr/>
            <p:nvPr/>
          </p:nvSpPr>
          <p:spPr>
            <a:xfrm>
              <a:off x="161340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6" name="Google Shape;56;p2"/>
            <p:cNvSpPr/>
            <p:nvPr/>
          </p:nvSpPr>
          <p:spPr>
            <a:xfrm>
              <a:off x="32276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7" name="Google Shape;57;p2"/>
            <p:cNvSpPr/>
            <p:nvPr/>
          </p:nvSpPr>
          <p:spPr>
            <a:xfrm>
              <a:off x="37652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8" name="Google Shape;58;p2"/>
            <p:cNvSpPr/>
            <p:nvPr/>
          </p:nvSpPr>
          <p:spPr>
            <a:xfrm>
              <a:off x="26894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9" name="Google Shape;59;p2"/>
            <p:cNvSpPr/>
            <p:nvPr/>
          </p:nvSpPr>
          <p:spPr>
            <a:xfrm>
              <a:off x="21518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 name="Google Shape;60;p2"/>
            <p:cNvSpPr/>
            <p:nvPr/>
          </p:nvSpPr>
          <p:spPr>
            <a:xfrm>
              <a:off x="53792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 name="Google Shape;61;p2"/>
            <p:cNvSpPr/>
            <p:nvPr/>
          </p:nvSpPr>
          <p:spPr>
            <a:xfrm>
              <a:off x="59168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2" name="Google Shape;62;p2"/>
            <p:cNvSpPr/>
            <p:nvPr/>
          </p:nvSpPr>
          <p:spPr>
            <a:xfrm>
              <a:off x="48410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3" name="Google Shape;63;p2"/>
            <p:cNvSpPr/>
            <p:nvPr/>
          </p:nvSpPr>
          <p:spPr>
            <a:xfrm>
              <a:off x="43034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4" name="Google Shape;64;p2"/>
            <p:cNvSpPr/>
            <p:nvPr/>
          </p:nvSpPr>
          <p:spPr>
            <a:xfrm>
              <a:off x="699235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 name="Google Shape;65;p2"/>
            <p:cNvSpPr/>
            <p:nvPr/>
          </p:nvSpPr>
          <p:spPr>
            <a:xfrm>
              <a:off x="6454750"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 name="Google Shape;66;p2"/>
            <p:cNvSpPr/>
            <p:nvPr/>
          </p:nvSpPr>
          <p:spPr>
            <a:xfrm>
              <a:off x="537600" y="23026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 name="Google Shape;67;p2"/>
            <p:cNvSpPr/>
            <p:nvPr/>
          </p:nvSpPr>
          <p:spPr>
            <a:xfrm>
              <a:off x="8068150" y="2302800"/>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 name="Google Shape;68;p2"/>
            <p:cNvSpPr/>
            <p:nvPr/>
          </p:nvSpPr>
          <p:spPr>
            <a:xfrm rot="5400000">
              <a:off x="537644" y="68961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 name="Google Shape;69;p2"/>
            <p:cNvSpPr/>
            <p:nvPr/>
          </p:nvSpPr>
          <p:spPr>
            <a:xfrm rot="5400000">
              <a:off x="7530319" y="337826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 name="Google Shape;70;p2"/>
            <p:cNvSpPr/>
            <p:nvPr/>
          </p:nvSpPr>
          <p:spPr>
            <a:xfrm rot="-5400000">
              <a:off x="7530231" y="337826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 name="Google Shape;71;p2"/>
            <p:cNvSpPr/>
            <p:nvPr/>
          </p:nvSpPr>
          <p:spPr>
            <a:xfrm rot="10800000">
              <a:off x="537600" y="3377763"/>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 name="Google Shape;72;p2"/>
            <p:cNvSpPr/>
            <p:nvPr/>
          </p:nvSpPr>
          <p:spPr>
            <a:xfrm>
              <a:off x="537600" y="3377675"/>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 name="Google Shape;73;p2"/>
            <p:cNvSpPr/>
            <p:nvPr/>
          </p:nvSpPr>
          <p:spPr>
            <a:xfrm>
              <a:off x="7530275" y="689375"/>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 name="Google Shape;74;p2"/>
            <p:cNvSpPr/>
            <p:nvPr/>
          </p:nvSpPr>
          <p:spPr>
            <a:xfrm rot="10800000">
              <a:off x="7530275" y="689463"/>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5" name="Google Shape;75;p2"/>
          <p:cNvSpPr txBox="1"/>
          <p:nvPr>
            <p:ph type="title"/>
          </p:nvPr>
        </p:nvSpPr>
        <p:spPr>
          <a:xfrm>
            <a:off x="1241550" y="1973150"/>
            <a:ext cx="6660900" cy="792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6" name="Google Shape;76;p2"/>
          <p:cNvSpPr txBox="1"/>
          <p:nvPr>
            <p:ph idx="1" type="subTitle"/>
          </p:nvPr>
        </p:nvSpPr>
        <p:spPr>
          <a:xfrm>
            <a:off x="1810800" y="2904800"/>
            <a:ext cx="5522700" cy="3054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77" name="Shape 77"/>
        <p:cNvGrpSpPr/>
        <p:nvPr/>
      </p:nvGrpSpPr>
      <p:grpSpPr>
        <a:xfrm>
          <a:off x="0" y="0"/>
          <a:ext cx="0" cy="0"/>
          <a:chOff x="0" y="0"/>
          <a:chExt cx="0" cy="0"/>
        </a:xfrm>
      </p:grpSpPr>
      <p:sp>
        <p:nvSpPr>
          <p:cNvPr id="78" name="Google Shape;78;p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9" name="Google Shape;79;p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0" name="Google Shape;8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81" name="Shape 81"/>
        <p:cNvGrpSpPr/>
        <p:nvPr/>
      </p:nvGrpSpPr>
      <p:grpSpPr>
        <a:xfrm>
          <a:off x="0" y="0"/>
          <a:ext cx="0" cy="0"/>
          <a:chOff x="0" y="0"/>
          <a:chExt cx="0" cy="0"/>
        </a:xfrm>
      </p:grpSpPr>
      <p:sp>
        <p:nvSpPr>
          <p:cNvPr id="82" name="Google Shape;82;p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3" name="Google Shape;8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4" name="Shape 84"/>
        <p:cNvGrpSpPr/>
        <p:nvPr/>
      </p:nvGrpSpPr>
      <p:grpSpPr>
        <a:xfrm>
          <a:off x="0" y="0"/>
          <a:ext cx="0" cy="0"/>
          <a:chOff x="0" y="0"/>
          <a:chExt cx="0" cy="0"/>
        </a:xfrm>
      </p:grpSpPr>
      <p:sp>
        <p:nvSpPr>
          <p:cNvPr id="85" name="Google Shape;85;p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7" name="Google Shape;87;p5"/>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8" name="Google Shape;88;p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9" name="Google Shape;8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90" name="Shape 90"/>
        <p:cNvGrpSpPr/>
        <p:nvPr/>
      </p:nvGrpSpPr>
      <p:grpSpPr>
        <a:xfrm>
          <a:off x="0" y="0"/>
          <a:ext cx="0" cy="0"/>
          <a:chOff x="0" y="0"/>
          <a:chExt cx="0" cy="0"/>
        </a:xfrm>
      </p:grpSpPr>
      <p:sp>
        <p:nvSpPr>
          <p:cNvPr id="91" name="Google Shape;9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92" name="Google Shape;92;p6"/>
          <p:cNvSpPr txBox="1"/>
          <p:nvPr>
            <p:ph idx="1" type="body"/>
          </p:nvPr>
        </p:nvSpPr>
        <p:spPr>
          <a:xfrm>
            <a:off x="311700" y="1152475"/>
            <a:ext cx="4473900" cy="3416400"/>
          </a:xfrm>
          <a:prstGeom prst="rect">
            <a:avLst/>
          </a:prstGeom>
        </p:spPr>
        <p:txBody>
          <a:bodyPr anchorCtr="0" anchor="t" bIns="91425" lIns="91425" spcFirstLastPara="1" rIns="953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 name="Google Shape;93;p6"/>
          <p:cNvSpPr/>
          <p:nvPr>
            <p:ph idx="2" type="pic"/>
          </p:nvPr>
        </p:nvSpPr>
        <p:spPr>
          <a:xfrm>
            <a:off x="4992024" y="1152775"/>
            <a:ext cx="3840300" cy="3416400"/>
          </a:xfrm>
          <a:prstGeom prst="rect">
            <a:avLst/>
          </a:prstGeom>
          <a:noFill/>
          <a:ln>
            <a:noFill/>
          </a:ln>
        </p:spPr>
      </p:sp>
      <p:sp>
        <p:nvSpPr>
          <p:cNvPr id="94" name="Google Shape;94;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details">
  <p:cSld name="TITLE_2_1">
    <p:spTree>
      <p:nvGrpSpPr>
        <p:cNvPr id="95" name="Shape 95"/>
        <p:cNvGrpSpPr/>
        <p:nvPr/>
      </p:nvGrpSpPr>
      <p:grpSpPr>
        <a:xfrm>
          <a:off x="0" y="0"/>
          <a:ext cx="0" cy="0"/>
          <a:chOff x="0" y="0"/>
          <a:chExt cx="0" cy="0"/>
        </a:xfrm>
      </p:grpSpPr>
      <p:sp>
        <p:nvSpPr>
          <p:cNvPr id="96" name="Google Shape;9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97" name="Google Shape;97;p7"/>
          <p:cNvGrpSpPr/>
          <p:nvPr/>
        </p:nvGrpSpPr>
        <p:grpSpPr>
          <a:xfrm>
            <a:off x="0" y="-125"/>
            <a:ext cx="9144300" cy="5143500"/>
            <a:chOff x="0" y="-125"/>
            <a:chExt cx="9144300" cy="5143500"/>
          </a:xfrm>
        </p:grpSpPr>
        <p:sp>
          <p:nvSpPr>
            <p:cNvPr id="98" name="Google Shape;98;p7"/>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99" name="Google Shape;99;p7"/>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00" name="Google Shape;100;p7"/>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01" name="Google Shape;101;p7"/>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grpSp>
        <p:nvGrpSpPr>
          <p:cNvPr id="102" name="Google Shape;102;p7"/>
          <p:cNvGrpSpPr/>
          <p:nvPr/>
        </p:nvGrpSpPr>
        <p:grpSpPr>
          <a:xfrm>
            <a:off x="537556" y="689375"/>
            <a:ext cx="8068563" cy="3764713"/>
            <a:chOff x="537556" y="689375"/>
            <a:chExt cx="8068563" cy="3764713"/>
          </a:xfrm>
        </p:grpSpPr>
        <p:sp>
          <p:nvSpPr>
            <p:cNvPr id="103" name="Google Shape;103;p7"/>
            <p:cNvSpPr/>
            <p:nvPr/>
          </p:nvSpPr>
          <p:spPr>
            <a:xfrm>
              <a:off x="161340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4" name="Google Shape;104;p7"/>
            <p:cNvSpPr/>
            <p:nvPr/>
          </p:nvSpPr>
          <p:spPr>
            <a:xfrm>
              <a:off x="32276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5" name="Google Shape;105;p7"/>
            <p:cNvSpPr/>
            <p:nvPr/>
          </p:nvSpPr>
          <p:spPr>
            <a:xfrm>
              <a:off x="37652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6" name="Google Shape;106;p7"/>
            <p:cNvSpPr/>
            <p:nvPr/>
          </p:nvSpPr>
          <p:spPr>
            <a:xfrm>
              <a:off x="26894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7" name="Google Shape;107;p7"/>
            <p:cNvSpPr/>
            <p:nvPr/>
          </p:nvSpPr>
          <p:spPr>
            <a:xfrm>
              <a:off x="21518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8" name="Google Shape;108;p7"/>
            <p:cNvSpPr/>
            <p:nvPr/>
          </p:nvSpPr>
          <p:spPr>
            <a:xfrm>
              <a:off x="53792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9" name="Google Shape;109;p7"/>
            <p:cNvSpPr/>
            <p:nvPr/>
          </p:nvSpPr>
          <p:spPr>
            <a:xfrm>
              <a:off x="59168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0" name="Google Shape;110;p7"/>
            <p:cNvSpPr/>
            <p:nvPr/>
          </p:nvSpPr>
          <p:spPr>
            <a:xfrm>
              <a:off x="48410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1" name="Google Shape;111;p7"/>
            <p:cNvSpPr/>
            <p:nvPr/>
          </p:nvSpPr>
          <p:spPr>
            <a:xfrm>
              <a:off x="43034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2" name="Google Shape;112;p7"/>
            <p:cNvSpPr/>
            <p:nvPr/>
          </p:nvSpPr>
          <p:spPr>
            <a:xfrm>
              <a:off x="699235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3" name="Google Shape;113;p7"/>
            <p:cNvSpPr/>
            <p:nvPr/>
          </p:nvSpPr>
          <p:spPr>
            <a:xfrm>
              <a:off x="6454750"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4" name="Google Shape;114;p7"/>
            <p:cNvSpPr/>
            <p:nvPr/>
          </p:nvSpPr>
          <p:spPr>
            <a:xfrm>
              <a:off x="161340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5" name="Google Shape;115;p7"/>
            <p:cNvSpPr/>
            <p:nvPr/>
          </p:nvSpPr>
          <p:spPr>
            <a:xfrm>
              <a:off x="37652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6" name="Google Shape;116;p7"/>
            <p:cNvSpPr/>
            <p:nvPr/>
          </p:nvSpPr>
          <p:spPr>
            <a:xfrm>
              <a:off x="26894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7" name="Google Shape;117;p7"/>
            <p:cNvSpPr/>
            <p:nvPr/>
          </p:nvSpPr>
          <p:spPr>
            <a:xfrm>
              <a:off x="21518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8" name="Google Shape;118;p7"/>
            <p:cNvSpPr/>
            <p:nvPr/>
          </p:nvSpPr>
          <p:spPr>
            <a:xfrm>
              <a:off x="32276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9" name="Google Shape;119;p7"/>
            <p:cNvSpPr/>
            <p:nvPr/>
          </p:nvSpPr>
          <p:spPr>
            <a:xfrm>
              <a:off x="59168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0" name="Google Shape;120;p7"/>
            <p:cNvSpPr/>
            <p:nvPr/>
          </p:nvSpPr>
          <p:spPr>
            <a:xfrm>
              <a:off x="48410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1" name="Google Shape;121;p7"/>
            <p:cNvSpPr/>
            <p:nvPr/>
          </p:nvSpPr>
          <p:spPr>
            <a:xfrm>
              <a:off x="43034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2" name="Google Shape;122;p7"/>
            <p:cNvSpPr/>
            <p:nvPr/>
          </p:nvSpPr>
          <p:spPr>
            <a:xfrm>
              <a:off x="53792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3" name="Google Shape;123;p7"/>
            <p:cNvSpPr/>
            <p:nvPr/>
          </p:nvSpPr>
          <p:spPr>
            <a:xfrm>
              <a:off x="699235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4" name="Google Shape;124;p7"/>
            <p:cNvSpPr/>
            <p:nvPr/>
          </p:nvSpPr>
          <p:spPr>
            <a:xfrm>
              <a:off x="6454750"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5" name="Google Shape;125;p7"/>
            <p:cNvSpPr/>
            <p:nvPr/>
          </p:nvSpPr>
          <p:spPr>
            <a:xfrm>
              <a:off x="537600" y="28405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6" name="Google Shape;126;p7"/>
            <p:cNvSpPr/>
            <p:nvPr/>
          </p:nvSpPr>
          <p:spPr>
            <a:xfrm>
              <a:off x="53760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7" name="Google Shape;127;p7"/>
            <p:cNvSpPr/>
            <p:nvPr/>
          </p:nvSpPr>
          <p:spPr>
            <a:xfrm>
              <a:off x="806815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8" name="Google Shape;128;p7"/>
            <p:cNvSpPr/>
            <p:nvPr/>
          </p:nvSpPr>
          <p:spPr>
            <a:xfrm>
              <a:off x="8068150" y="2840650"/>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9" name="Google Shape;129;p7"/>
            <p:cNvSpPr/>
            <p:nvPr/>
          </p:nvSpPr>
          <p:spPr>
            <a:xfrm>
              <a:off x="161340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0" name="Google Shape;130;p7"/>
            <p:cNvSpPr/>
            <p:nvPr/>
          </p:nvSpPr>
          <p:spPr>
            <a:xfrm>
              <a:off x="32276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1" name="Google Shape;131;p7"/>
            <p:cNvSpPr/>
            <p:nvPr/>
          </p:nvSpPr>
          <p:spPr>
            <a:xfrm>
              <a:off x="26894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2" name="Google Shape;132;p7"/>
            <p:cNvSpPr/>
            <p:nvPr/>
          </p:nvSpPr>
          <p:spPr>
            <a:xfrm>
              <a:off x="21518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3" name="Google Shape;133;p7"/>
            <p:cNvSpPr/>
            <p:nvPr/>
          </p:nvSpPr>
          <p:spPr>
            <a:xfrm>
              <a:off x="37652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4" name="Google Shape;134;p7"/>
            <p:cNvSpPr/>
            <p:nvPr/>
          </p:nvSpPr>
          <p:spPr>
            <a:xfrm rot="-5400000">
              <a:off x="537556" y="68961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5" name="Google Shape;135;p7"/>
            <p:cNvSpPr/>
            <p:nvPr/>
          </p:nvSpPr>
          <p:spPr>
            <a:xfrm>
              <a:off x="53792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6" name="Google Shape;136;p7"/>
            <p:cNvSpPr/>
            <p:nvPr/>
          </p:nvSpPr>
          <p:spPr>
            <a:xfrm>
              <a:off x="48410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7" name="Google Shape;137;p7"/>
            <p:cNvSpPr/>
            <p:nvPr/>
          </p:nvSpPr>
          <p:spPr>
            <a:xfrm>
              <a:off x="43034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8" name="Google Shape;138;p7"/>
            <p:cNvSpPr/>
            <p:nvPr/>
          </p:nvSpPr>
          <p:spPr>
            <a:xfrm>
              <a:off x="59168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9" name="Google Shape;139;p7"/>
            <p:cNvSpPr/>
            <p:nvPr/>
          </p:nvSpPr>
          <p:spPr>
            <a:xfrm>
              <a:off x="699235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0" name="Google Shape;140;p7"/>
            <p:cNvSpPr/>
            <p:nvPr/>
          </p:nvSpPr>
          <p:spPr>
            <a:xfrm>
              <a:off x="6454750"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1" name="Google Shape;141;p7"/>
            <p:cNvSpPr/>
            <p:nvPr/>
          </p:nvSpPr>
          <p:spPr>
            <a:xfrm>
              <a:off x="161340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2" name="Google Shape;142;p7"/>
            <p:cNvSpPr/>
            <p:nvPr/>
          </p:nvSpPr>
          <p:spPr>
            <a:xfrm>
              <a:off x="32276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3" name="Google Shape;143;p7"/>
            <p:cNvSpPr/>
            <p:nvPr/>
          </p:nvSpPr>
          <p:spPr>
            <a:xfrm>
              <a:off x="37652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4" name="Google Shape;144;p7"/>
            <p:cNvSpPr/>
            <p:nvPr/>
          </p:nvSpPr>
          <p:spPr>
            <a:xfrm>
              <a:off x="26894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5" name="Google Shape;145;p7"/>
            <p:cNvSpPr/>
            <p:nvPr/>
          </p:nvSpPr>
          <p:spPr>
            <a:xfrm>
              <a:off x="21518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6" name="Google Shape;146;p7"/>
            <p:cNvSpPr/>
            <p:nvPr/>
          </p:nvSpPr>
          <p:spPr>
            <a:xfrm>
              <a:off x="53792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7" name="Google Shape;147;p7"/>
            <p:cNvSpPr/>
            <p:nvPr/>
          </p:nvSpPr>
          <p:spPr>
            <a:xfrm>
              <a:off x="59168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8" name="Google Shape;148;p7"/>
            <p:cNvSpPr/>
            <p:nvPr/>
          </p:nvSpPr>
          <p:spPr>
            <a:xfrm>
              <a:off x="48410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9" name="Google Shape;149;p7"/>
            <p:cNvSpPr/>
            <p:nvPr/>
          </p:nvSpPr>
          <p:spPr>
            <a:xfrm>
              <a:off x="43034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0" name="Google Shape;150;p7"/>
            <p:cNvSpPr/>
            <p:nvPr/>
          </p:nvSpPr>
          <p:spPr>
            <a:xfrm>
              <a:off x="699235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1" name="Google Shape;151;p7"/>
            <p:cNvSpPr/>
            <p:nvPr/>
          </p:nvSpPr>
          <p:spPr>
            <a:xfrm>
              <a:off x="6454750"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2" name="Google Shape;152;p7"/>
            <p:cNvSpPr/>
            <p:nvPr/>
          </p:nvSpPr>
          <p:spPr>
            <a:xfrm>
              <a:off x="537600" y="23026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3" name="Google Shape;153;p7"/>
            <p:cNvSpPr/>
            <p:nvPr/>
          </p:nvSpPr>
          <p:spPr>
            <a:xfrm>
              <a:off x="8068150" y="2302800"/>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4" name="Google Shape;154;p7"/>
            <p:cNvSpPr/>
            <p:nvPr/>
          </p:nvSpPr>
          <p:spPr>
            <a:xfrm rot="5400000">
              <a:off x="537644" y="68961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5" name="Google Shape;155;p7"/>
            <p:cNvSpPr/>
            <p:nvPr/>
          </p:nvSpPr>
          <p:spPr>
            <a:xfrm rot="5400000">
              <a:off x="7530319" y="337826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6" name="Google Shape;156;p7"/>
            <p:cNvSpPr/>
            <p:nvPr/>
          </p:nvSpPr>
          <p:spPr>
            <a:xfrm rot="-5400000">
              <a:off x="7530231" y="337826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7" name="Google Shape;157;p7"/>
            <p:cNvSpPr/>
            <p:nvPr/>
          </p:nvSpPr>
          <p:spPr>
            <a:xfrm rot="10800000">
              <a:off x="537600" y="3377763"/>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8" name="Google Shape;158;p7"/>
            <p:cNvSpPr/>
            <p:nvPr/>
          </p:nvSpPr>
          <p:spPr>
            <a:xfrm>
              <a:off x="537600" y="3377675"/>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9" name="Google Shape;159;p7"/>
            <p:cNvSpPr/>
            <p:nvPr/>
          </p:nvSpPr>
          <p:spPr>
            <a:xfrm>
              <a:off x="7530275" y="689375"/>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0" name="Google Shape;160;p7"/>
            <p:cNvSpPr/>
            <p:nvPr/>
          </p:nvSpPr>
          <p:spPr>
            <a:xfrm rot="10800000">
              <a:off x="7530275" y="689463"/>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161" name="Google Shape;161;p7"/>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62" name="Google Shape;162;p7"/>
          <p:cNvSpPr txBox="1"/>
          <p:nvPr>
            <p:ph idx="1" type="body"/>
          </p:nvPr>
        </p:nvSpPr>
        <p:spPr>
          <a:xfrm>
            <a:off x="421035" y="224850"/>
            <a:ext cx="1947600" cy="3450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163" name="Google Shape;163;p7"/>
          <p:cNvSpPr txBox="1"/>
          <p:nvPr>
            <p:ph idx="2" type="body"/>
          </p:nvPr>
        </p:nvSpPr>
        <p:spPr>
          <a:xfrm>
            <a:off x="6772321" y="224850"/>
            <a:ext cx="1947600" cy="345000"/>
          </a:xfrm>
          <a:prstGeom prst="rect">
            <a:avLst/>
          </a:prstGeom>
        </p:spPr>
        <p:txBody>
          <a:bodyPr anchorCtr="0" anchor="t" bIns="91425" lIns="91425" spcFirstLastPara="1" rIns="91425" wrap="square" tIns="91425">
            <a:spAutoFit/>
          </a:bodyPr>
          <a:lstStyle>
            <a:lvl1pPr indent="-317500" lvl="0" marL="457200" algn="r">
              <a:spcBef>
                <a:spcPts val="0"/>
              </a:spcBef>
              <a:spcAft>
                <a:spcPts val="0"/>
              </a:spcAft>
              <a:buSzPts val="1400"/>
              <a:buFont typeface="Lexend"/>
              <a:buChar char="●"/>
              <a:defRPr sz="1400">
                <a:latin typeface="Lexend"/>
                <a:ea typeface="Lexend"/>
                <a:cs typeface="Lexend"/>
                <a:sym typeface="Lexend"/>
              </a:defRPr>
            </a:lvl1pPr>
            <a:lvl2pPr indent="-317500" lvl="1" marL="914400" algn="r">
              <a:spcBef>
                <a:spcPts val="0"/>
              </a:spcBef>
              <a:spcAft>
                <a:spcPts val="0"/>
              </a:spcAft>
              <a:buSzPts val="1400"/>
              <a:buFont typeface="Lexend"/>
              <a:buChar char="○"/>
              <a:defRPr>
                <a:latin typeface="Lexend"/>
                <a:ea typeface="Lexend"/>
                <a:cs typeface="Lexend"/>
                <a:sym typeface="Lexend"/>
              </a:defRPr>
            </a:lvl2pPr>
            <a:lvl3pPr indent="-317500" lvl="2" marL="1371600" algn="r">
              <a:spcBef>
                <a:spcPts val="0"/>
              </a:spcBef>
              <a:spcAft>
                <a:spcPts val="0"/>
              </a:spcAft>
              <a:buSzPts val="1400"/>
              <a:buFont typeface="Lexend"/>
              <a:buChar char="■"/>
              <a:defRPr>
                <a:latin typeface="Lexend"/>
                <a:ea typeface="Lexend"/>
                <a:cs typeface="Lexend"/>
                <a:sym typeface="Lexend"/>
              </a:defRPr>
            </a:lvl3pPr>
            <a:lvl4pPr indent="-317500" lvl="3" marL="1828800" algn="r">
              <a:spcBef>
                <a:spcPts val="0"/>
              </a:spcBef>
              <a:spcAft>
                <a:spcPts val="0"/>
              </a:spcAft>
              <a:buSzPts val="1400"/>
              <a:buFont typeface="Lexend"/>
              <a:buChar char="●"/>
              <a:defRPr>
                <a:latin typeface="Lexend"/>
                <a:ea typeface="Lexend"/>
                <a:cs typeface="Lexend"/>
                <a:sym typeface="Lexend"/>
              </a:defRPr>
            </a:lvl4pPr>
            <a:lvl5pPr indent="-317500" lvl="4" marL="2286000" algn="r">
              <a:spcBef>
                <a:spcPts val="0"/>
              </a:spcBef>
              <a:spcAft>
                <a:spcPts val="0"/>
              </a:spcAft>
              <a:buSzPts val="1400"/>
              <a:buFont typeface="Lexend"/>
              <a:buChar char="○"/>
              <a:defRPr>
                <a:latin typeface="Lexend"/>
                <a:ea typeface="Lexend"/>
                <a:cs typeface="Lexend"/>
                <a:sym typeface="Lexend"/>
              </a:defRPr>
            </a:lvl5pPr>
            <a:lvl6pPr indent="-317500" lvl="5" marL="2743200" algn="r">
              <a:spcBef>
                <a:spcPts val="0"/>
              </a:spcBef>
              <a:spcAft>
                <a:spcPts val="0"/>
              </a:spcAft>
              <a:buSzPts val="1400"/>
              <a:buFont typeface="Lexend"/>
              <a:buChar char="■"/>
              <a:defRPr>
                <a:latin typeface="Lexend"/>
                <a:ea typeface="Lexend"/>
                <a:cs typeface="Lexend"/>
                <a:sym typeface="Lexend"/>
              </a:defRPr>
            </a:lvl6pPr>
            <a:lvl7pPr indent="-317500" lvl="6" marL="3200400" algn="r">
              <a:spcBef>
                <a:spcPts val="0"/>
              </a:spcBef>
              <a:spcAft>
                <a:spcPts val="0"/>
              </a:spcAft>
              <a:buSzPts val="1400"/>
              <a:buFont typeface="Lexend"/>
              <a:buChar char="●"/>
              <a:defRPr>
                <a:latin typeface="Lexend"/>
                <a:ea typeface="Lexend"/>
                <a:cs typeface="Lexend"/>
                <a:sym typeface="Lexend"/>
              </a:defRPr>
            </a:lvl7pPr>
            <a:lvl8pPr indent="-317500" lvl="7" marL="3657600" algn="r">
              <a:spcBef>
                <a:spcPts val="0"/>
              </a:spcBef>
              <a:spcAft>
                <a:spcPts val="0"/>
              </a:spcAft>
              <a:buSzPts val="1400"/>
              <a:buFont typeface="Lexend"/>
              <a:buChar char="○"/>
              <a:defRPr>
                <a:latin typeface="Lexend"/>
                <a:ea typeface="Lexend"/>
                <a:cs typeface="Lexend"/>
                <a:sym typeface="Lexend"/>
              </a:defRPr>
            </a:lvl8pPr>
            <a:lvl9pPr indent="-317500" lvl="8" marL="4114800" algn="r">
              <a:spcBef>
                <a:spcPts val="0"/>
              </a:spcBef>
              <a:spcAft>
                <a:spcPts val="0"/>
              </a:spcAft>
              <a:buSzPts val="1400"/>
              <a:buFont typeface="Lexend"/>
              <a:buChar char="■"/>
              <a:defRPr>
                <a:latin typeface="Lexend"/>
                <a:ea typeface="Lexend"/>
                <a:cs typeface="Lexend"/>
                <a:sym typeface="Lexend"/>
              </a:defRPr>
            </a:lvl9pPr>
          </a:lstStyle>
          <a:p/>
        </p:txBody>
      </p:sp>
      <p:sp>
        <p:nvSpPr>
          <p:cNvPr id="164" name="Google Shape;164;p7"/>
          <p:cNvSpPr txBox="1"/>
          <p:nvPr>
            <p:ph idx="3" type="body"/>
          </p:nvPr>
        </p:nvSpPr>
        <p:spPr>
          <a:xfrm>
            <a:off x="421035" y="4573625"/>
            <a:ext cx="1947600" cy="3450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165" name="Google Shape;165;p7"/>
          <p:cNvSpPr txBox="1"/>
          <p:nvPr>
            <p:ph idx="4" type="body"/>
          </p:nvPr>
        </p:nvSpPr>
        <p:spPr>
          <a:xfrm>
            <a:off x="6772321" y="4573625"/>
            <a:ext cx="1947600" cy="345000"/>
          </a:xfrm>
          <a:prstGeom prst="rect">
            <a:avLst/>
          </a:prstGeom>
        </p:spPr>
        <p:txBody>
          <a:bodyPr anchorCtr="0" anchor="t" bIns="91425" lIns="91425" spcFirstLastPara="1" rIns="91425" wrap="square" tIns="91425">
            <a:spAutoFit/>
          </a:bodyPr>
          <a:lstStyle>
            <a:lvl1pPr indent="-317500" lvl="0" marL="457200" algn="r">
              <a:spcBef>
                <a:spcPts val="0"/>
              </a:spcBef>
              <a:spcAft>
                <a:spcPts val="0"/>
              </a:spcAft>
              <a:buSzPts val="1400"/>
              <a:buFont typeface="Lexend"/>
              <a:buChar char="●"/>
              <a:defRPr sz="1400">
                <a:latin typeface="Lexend"/>
                <a:ea typeface="Lexend"/>
                <a:cs typeface="Lexend"/>
                <a:sym typeface="Lexend"/>
              </a:defRPr>
            </a:lvl1pPr>
            <a:lvl2pPr indent="-317500" lvl="1" marL="914400" algn="r">
              <a:spcBef>
                <a:spcPts val="0"/>
              </a:spcBef>
              <a:spcAft>
                <a:spcPts val="0"/>
              </a:spcAft>
              <a:buSzPts val="1400"/>
              <a:buFont typeface="Lexend"/>
              <a:buChar char="○"/>
              <a:defRPr>
                <a:latin typeface="Lexend"/>
                <a:ea typeface="Lexend"/>
                <a:cs typeface="Lexend"/>
                <a:sym typeface="Lexend"/>
              </a:defRPr>
            </a:lvl2pPr>
            <a:lvl3pPr indent="-317500" lvl="2" marL="1371600" algn="r">
              <a:spcBef>
                <a:spcPts val="0"/>
              </a:spcBef>
              <a:spcAft>
                <a:spcPts val="0"/>
              </a:spcAft>
              <a:buSzPts val="1400"/>
              <a:buFont typeface="Lexend"/>
              <a:buChar char="■"/>
              <a:defRPr>
                <a:latin typeface="Lexend"/>
                <a:ea typeface="Lexend"/>
                <a:cs typeface="Lexend"/>
                <a:sym typeface="Lexend"/>
              </a:defRPr>
            </a:lvl3pPr>
            <a:lvl4pPr indent="-317500" lvl="3" marL="1828800" algn="r">
              <a:spcBef>
                <a:spcPts val="0"/>
              </a:spcBef>
              <a:spcAft>
                <a:spcPts val="0"/>
              </a:spcAft>
              <a:buSzPts val="1400"/>
              <a:buFont typeface="Lexend"/>
              <a:buChar char="●"/>
              <a:defRPr>
                <a:latin typeface="Lexend"/>
                <a:ea typeface="Lexend"/>
                <a:cs typeface="Lexend"/>
                <a:sym typeface="Lexend"/>
              </a:defRPr>
            </a:lvl4pPr>
            <a:lvl5pPr indent="-317500" lvl="4" marL="2286000" algn="r">
              <a:spcBef>
                <a:spcPts val="0"/>
              </a:spcBef>
              <a:spcAft>
                <a:spcPts val="0"/>
              </a:spcAft>
              <a:buSzPts val="1400"/>
              <a:buFont typeface="Lexend"/>
              <a:buChar char="○"/>
              <a:defRPr>
                <a:latin typeface="Lexend"/>
                <a:ea typeface="Lexend"/>
                <a:cs typeface="Lexend"/>
                <a:sym typeface="Lexend"/>
              </a:defRPr>
            </a:lvl5pPr>
            <a:lvl6pPr indent="-317500" lvl="5" marL="2743200" algn="r">
              <a:spcBef>
                <a:spcPts val="0"/>
              </a:spcBef>
              <a:spcAft>
                <a:spcPts val="0"/>
              </a:spcAft>
              <a:buSzPts val="1400"/>
              <a:buFont typeface="Lexend"/>
              <a:buChar char="■"/>
              <a:defRPr>
                <a:latin typeface="Lexend"/>
                <a:ea typeface="Lexend"/>
                <a:cs typeface="Lexend"/>
                <a:sym typeface="Lexend"/>
              </a:defRPr>
            </a:lvl6pPr>
            <a:lvl7pPr indent="-317500" lvl="6" marL="3200400" algn="r">
              <a:spcBef>
                <a:spcPts val="0"/>
              </a:spcBef>
              <a:spcAft>
                <a:spcPts val="0"/>
              </a:spcAft>
              <a:buSzPts val="1400"/>
              <a:buFont typeface="Lexend"/>
              <a:buChar char="●"/>
              <a:defRPr>
                <a:latin typeface="Lexend"/>
                <a:ea typeface="Lexend"/>
                <a:cs typeface="Lexend"/>
                <a:sym typeface="Lexend"/>
              </a:defRPr>
            </a:lvl7pPr>
            <a:lvl8pPr indent="-317500" lvl="7" marL="3657600" algn="r">
              <a:spcBef>
                <a:spcPts val="0"/>
              </a:spcBef>
              <a:spcAft>
                <a:spcPts val="0"/>
              </a:spcAft>
              <a:buSzPts val="1400"/>
              <a:buFont typeface="Lexend"/>
              <a:buChar char="○"/>
              <a:defRPr>
                <a:latin typeface="Lexend"/>
                <a:ea typeface="Lexend"/>
                <a:cs typeface="Lexend"/>
                <a:sym typeface="Lexend"/>
              </a:defRPr>
            </a:lvl8pPr>
            <a:lvl9pPr indent="-317500" lvl="8" marL="4114800" algn="r">
              <a:spcBef>
                <a:spcPts val="0"/>
              </a:spcBef>
              <a:spcAft>
                <a:spcPts val="0"/>
              </a:spcAft>
              <a:buSzPts val="1400"/>
              <a:buFont typeface="Lexend"/>
              <a:buChar char="■"/>
              <a:defRPr>
                <a:latin typeface="Lexend"/>
                <a:ea typeface="Lexend"/>
                <a:cs typeface="Lexend"/>
                <a:sym typeface="Lexen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
    <p:spTree>
      <p:nvGrpSpPr>
        <p:cNvPr id="166" name="Shape 166"/>
        <p:cNvGrpSpPr/>
        <p:nvPr/>
      </p:nvGrpSpPr>
      <p:grpSpPr>
        <a:xfrm>
          <a:off x="0" y="0"/>
          <a:ext cx="0" cy="0"/>
          <a:chOff x="0" y="0"/>
          <a:chExt cx="0" cy="0"/>
        </a:xfrm>
      </p:grpSpPr>
      <p:sp>
        <p:nvSpPr>
          <p:cNvPr id="167" name="Google Shape;167;p8"/>
          <p:cNvSpPr/>
          <p:nvPr>
            <p:ph idx="2" type="pic"/>
          </p:nvPr>
        </p:nvSpPr>
        <p:spPr>
          <a:xfrm>
            <a:off x="320135" y="3180164"/>
            <a:ext cx="2833200" cy="1635300"/>
          </a:xfrm>
          <a:prstGeom prst="rect">
            <a:avLst/>
          </a:prstGeom>
          <a:noFill/>
          <a:ln>
            <a:noFill/>
          </a:ln>
        </p:spPr>
      </p:sp>
      <p:sp>
        <p:nvSpPr>
          <p:cNvPr id="168" name="Google Shape;168;p8"/>
          <p:cNvSpPr/>
          <p:nvPr/>
        </p:nvSpPr>
        <p:spPr>
          <a:xfrm>
            <a:off x="320135" y="1405791"/>
            <a:ext cx="805800" cy="5586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69" name="Google Shape;169;p8"/>
          <p:cNvSpPr/>
          <p:nvPr/>
        </p:nvSpPr>
        <p:spPr>
          <a:xfrm>
            <a:off x="320100" y="1963005"/>
            <a:ext cx="2833200" cy="12171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70" name="Google Shape;170;p8"/>
          <p:cNvSpPr txBox="1"/>
          <p:nvPr>
            <p:ph idx="1" type="subTitle"/>
          </p:nvPr>
        </p:nvSpPr>
        <p:spPr>
          <a:xfrm>
            <a:off x="382576"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1" name="Google Shape;171;p8"/>
          <p:cNvSpPr txBox="1"/>
          <p:nvPr>
            <p:ph idx="3" type="body"/>
          </p:nvPr>
        </p:nvSpPr>
        <p:spPr>
          <a:xfrm>
            <a:off x="382576" y="2021134"/>
            <a:ext cx="26907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2" name="Google Shape;172;p8"/>
          <p:cNvSpPr/>
          <p:nvPr>
            <p:ph idx="4" type="pic"/>
          </p:nvPr>
        </p:nvSpPr>
        <p:spPr>
          <a:xfrm>
            <a:off x="3153490" y="3180164"/>
            <a:ext cx="2833200" cy="1635300"/>
          </a:xfrm>
          <a:prstGeom prst="rect">
            <a:avLst/>
          </a:prstGeom>
          <a:noFill/>
          <a:ln>
            <a:noFill/>
          </a:ln>
        </p:spPr>
      </p:sp>
      <p:sp>
        <p:nvSpPr>
          <p:cNvPr id="173" name="Google Shape;173;p8"/>
          <p:cNvSpPr/>
          <p:nvPr/>
        </p:nvSpPr>
        <p:spPr>
          <a:xfrm>
            <a:off x="3153490" y="1405791"/>
            <a:ext cx="805800" cy="5586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74" name="Google Shape;174;p8"/>
          <p:cNvSpPr/>
          <p:nvPr/>
        </p:nvSpPr>
        <p:spPr>
          <a:xfrm>
            <a:off x="3153455" y="1963005"/>
            <a:ext cx="2833200" cy="12171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75" name="Google Shape;175;p8"/>
          <p:cNvSpPr txBox="1"/>
          <p:nvPr>
            <p:ph idx="5" type="subTitle"/>
          </p:nvPr>
        </p:nvSpPr>
        <p:spPr>
          <a:xfrm>
            <a:off x="3215931"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6" name="Google Shape;176;p8"/>
          <p:cNvSpPr txBox="1"/>
          <p:nvPr>
            <p:ph idx="6" type="body"/>
          </p:nvPr>
        </p:nvSpPr>
        <p:spPr>
          <a:xfrm>
            <a:off x="3215931" y="2021134"/>
            <a:ext cx="26907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7" name="Google Shape;177;p8"/>
          <p:cNvSpPr/>
          <p:nvPr>
            <p:ph idx="7" type="pic"/>
          </p:nvPr>
        </p:nvSpPr>
        <p:spPr>
          <a:xfrm>
            <a:off x="5986869" y="3180164"/>
            <a:ext cx="2833200" cy="1635300"/>
          </a:xfrm>
          <a:prstGeom prst="rect">
            <a:avLst/>
          </a:prstGeom>
          <a:noFill/>
          <a:ln>
            <a:noFill/>
          </a:ln>
        </p:spPr>
      </p:sp>
      <p:sp>
        <p:nvSpPr>
          <p:cNvPr id="178" name="Google Shape;178;p8"/>
          <p:cNvSpPr/>
          <p:nvPr/>
        </p:nvSpPr>
        <p:spPr>
          <a:xfrm>
            <a:off x="5986869" y="1405791"/>
            <a:ext cx="805800" cy="5586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79" name="Google Shape;179;p8"/>
          <p:cNvSpPr/>
          <p:nvPr/>
        </p:nvSpPr>
        <p:spPr>
          <a:xfrm>
            <a:off x="5986834" y="1963005"/>
            <a:ext cx="2833200" cy="12171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80" name="Google Shape;180;p8"/>
          <p:cNvSpPr txBox="1"/>
          <p:nvPr>
            <p:ph idx="8" type="subTitle"/>
          </p:nvPr>
        </p:nvSpPr>
        <p:spPr>
          <a:xfrm>
            <a:off x="6049311"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1" name="Google Shape;181;p8"/>
          <p:cNvSpPr txBox="1"/>
          <p:nvPr>
            <p:ph idx="9" type="body"/>
          </p:nvPr>
        </p:nvSpPr>
        <p:spPr>
          <a:xfrm>
            <a:off x="6049311" y="2021134"/>
            <a:ext cx="26907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2" name="Google Shape;182;p8"/>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
    <p:spTree>
      <p:nvGrpSpPr>
        <p:cNvPr id="183" name="Shape 183"/>
        <p:cNvGrpSpPr/>
        <p:nvPr/>
      </p:nvGrpSpPr>
      <p:grpSpPr>
        <a:xfrm>
          <a:off x="0" y="0"/>
          <a:ext cx="0" cy="0"/>
          <a:chOff x="0" y="0"/>
          <a:chExt cx="0" cy="0"/>
        </a:xfrm>
      </p:grpSpPr>
      <p:sp>
        <p:nvSpPr>
          <p:cNvPr id="184" name="Google Shape;184;p9"/>
          <p:cNvSpPr/>
          <p:nvPr>
            <p:ph idx="2" type="pic"/>
          </p:nvPr>
        </p:nvSpPr>
        <p:spPr>
          <a:xfrm>
            <a:off x="320153" y="3180166"/>
            <a:ext cx="4249800" cy="1635300"/>
          </a:xfrm>
          <a:prstGeom prst="rect">
            <a:avLst/>
          </a:prstGeom>
          <a:noFill/>
          <a:ln>
            <a:noFill/>
          </a:ln>
        </p:spPr>
      </p:sp>
      <p:sp>
        <p:nvSpPr>
          <p:cNvPr id="185" name="Google Shape;185;p9"/>
          <p:cNvSpPr/>
          <p:nvPr/>
        </p:nvSpPr>
        <p:spPr>
          <a:xfrm>
            <a:off x="320135" y="1405791"/>
            <a:ext cx="805800" cy="5586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86" name="Google Shape;186;p9"/>
          <p:cNvSpPr/>
          <p:nvPr/>
        </p:nvSpPr>
        <p:spPr>
          <a:xfrm>
            <a:off x="320100" y="1963000"/>
            <a:ext cx="4249800" cy="12171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87" name="Google Shape;187;p9"/>
          <p:cNvSpPr txBox="1"/>
          <p:nvPr>
            <p:ph idx="1" type="subTitle"/>
          </p:nvPr>
        </p:nvSpPr>
        <p:spPr>
          <a:xfrm>
            <a:off x="382576"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8" name="Google Shape;188;p9"/>
          <p:cNvSpPr txBox="1"/>
          <p:nvPr>
            <p:ph idx="3" type="body"/>
          </p:nvPr>
        </p:nvSpPr>
        <p:spPr>
          <a:xfrm>
            <a:off x="413816" y="2021129"/>
            <a:ext cx="40362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9" name="Google Shape;189;p9"/>
          <p:cNvSpPr/>
          <p:nvPr>
            <p:ph idx="4" type="pic"/>
          </p:nvPr>
        </p:nvSpPr>
        <p:spPr>
          <a:xfrm>
            <a:off x="4570230" y="3180166"/>
            <a:ext cx="4249800" cy="1635300"/>
          </a:xfrm>
          <a:prstGeom prst="rect">
            <a:avLst/>
          </a:prstGeom>
          <a:noFill/>
          <a:ln>
            <a:noFill/>
          </a:ln>
        </p:spPr>
      </p:sp>
      <p:sp>
        <p:nvSpPr>
          <p:cNvPr id="190" name="Google Shape;190;p9"/>
          <p:cNvSpPr/>
          <p:nvPr/>
        </p:nvSpPr>
        <p:spPr>
          <a:xfrm>
            <a:off x="4570578" y="1405791"/>
            <a:ext cx="805800" cy="5586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91" name="Google Shape;191;p9"/>
          <p:cNvSpPr/>
          <p:nvPr/>
        </p:nvSpPr>
        <p:spPr>
          <a:xfrm>
            <a:off x="4570177" y="1963000"/>
            <a:ext cx="4249800" cy="12171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92" name="Google Shape;192;p9"/>
          <p:cNvSpPr txBox="1"/>
          <p:nvPr>
            <p:ph idx="5" type="subTitle"/>
          </p:nvPr>
        </p:nvSpPr>
        <p:spPr>
          <a:xfrm>
            <a:off x="4633019"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93" name="Google Shape;193;p9"/>
          <p:cNvSpPr txBox="1"/>
          <p:nvPr>
            <p:ph idx="6" type="body"/>
          </p:nvPr>
        </p:nvSpPr>
        <p:spPr>
          <a:xfrm>
            <a:off x="4663893" y="2021129"/>
            <a:ext cx="40362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4" name="Google Shape;194;p9"/>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extLst>
    <p:ext uri="{DCECCB84-F9BA-43D5-87BE-67443E8EF086}">
      <p15:sldGuideLst>
        <p15:guide id="1" orient="horz" pos="3033">
          <p15:clr>
            <a:srgbClr val="E46962"/>
          </p15:clr>
        </p15:guide>
        <p15:guide id="2" pos="202">
          <p15:clr>
            <a:srgbClr val="E46962"/>
          </p15:clr>
        </p15:guide>
        <p15:guide id="3" pos="5556">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type="secHead">
  <p:cSld name="SECTION_HEADER">
    <p:spTree>
      <p:nvGrpSpPr>
        <p:cNvPr id="195" name="Shape 195"/>
        <p:cNvGrpSpPr/>
        <p:nvPr/>
      </p:nvGrpSpPr>
      <p:grpSpPr>
        <a:xfrm>
          <a:off x="0" y="0"/>
          <a:ext cx="0" cy="0"/>
          <a:chOff x="0" y="0"/>
          <a:chExt cx="0" cy="0"/>
        </a:xfrm>
      </p:grpSpPr>
      <p:sp>
        <p:nvSpPr>
          <p:cNvPr id="196" name="Google Shape;196;p10"/>
          <p:cNvSpPr/>
          <p:nvPr/>
        </p:nvSpPr>
        <p:spPr>
          <a:xfrm>
            <a:off x="0" y="1370900"/>
            <a:ext cx="45696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7" name="Google Shape;19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10"/>
          <p:cNvSpPr txBox="1"/>
          <p:nvPr>
            <p:ph idx="1" type="subTitle"/>
          </p:nvPr>
        </p:nvSpPr>
        <p:spPr>
          <a:xfrm>
            <a:off x="4521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99" name="Google Shape;199;p10"/>
          <p:cNvSpPr txBox="1"/>
          <p:nvPr>
            <p:ph idx="2" type="body"/>
          </p:nvPr>
        </p:nvSpPr>
        <p:spPr>
          <a:xfrm>
            <a:off x="4521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0" name="Google Shape;200;p10"/>
          <p:cNvSpPr/>
          <p:nvPr/>
        </p:nvSpPr>
        <p:spPr>
          <a:xfrm>
            <a:off x="4574400" y="1370900"/>
            <a:ext cx="4569600" cy="3772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1" name="Google Shape;201;p10"/>
          <p:cNvSpPr txBox="1"/>
          <p:nvPr>
            <p:ph idx="3" type="subTitle"/>
          </p:nvPr>
        </p:nvSpPr>
        <p:spPr>
          <a:xfrm>
            <a:off x="50265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02" name="Google Shape;202;p10"/>
          <p:cNvSpPr txBox="1"/>
          <p:nvPr>
            <p:ph idx="4" type="body"/>
          </p:nvPr>
        </p:nvSpPr>
        <p:spPr>
          <a:xfrm>
            <a:off x="50265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3" name="Google Shape;203;p10"/>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SECTION_HEADER_3">
    <p:spTree>
      <p:nvGrpSpPr>
        <p:cNvPr id="204" name="Shape 204"/>
        <p:cNvGrpSpPr/>
        <p:nvPr/>
      </p:nvGrpSpPr>
      <p:grpSpPr>
        <a:xfrm>
          <a:off x="0" y="0"/>
          <a:ext cx="0" cy="0"/>
          <a:chOff x="0" y="0"/>
          <a:chExt cx="0" cy="0"/>
        </a:xfrm>
      </p:grpSpPr>
      <p:sp>
        <p:nvSpPr>
          <p:cNvPr id="205" name="Google Shape;205;p11"/>
          <p:cNvSpPr/>
          <p:nvPr/>
        </p:nvSpPr>
        <p:spPr>
          <a:xfrm>
            <a:off x="0" y="1370900"/>
            <a:ext cx="4569600" cy="1870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6" name="Google Shape;20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7" name="Google Shape;207;p11"/>
          <p:cNvSpPr/>
          <p:nvPr/>
        </p:nvSpPr>
        <p:spPr>
          <a:xfrm>
            <a:off x="4569600" y="1370900"/>
            <a:ext cx="4574400" cy="187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8" name="Google Shape;208;p11"/>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09" name="Google Shape;209;p11"/>
          <p:cNvSpPr/>
          <p:nvPr/>
        </p:nvSpPr>
        <p:spPr>
          <a:xfrm>
            <a:off x="0" y="3241100"/>
            <a:ext cx="4569600" cy="1902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0" name="Google Shape;210;p11"/>
          <p:cNvSpPr txBox="1"/>
          <p:nvPr>
            <p:ph idx="1" type="subTitle"/>
          </p:nvPr>
        </p:nvSpPr>
        <p:spPr>
          <a:xfrm>
            <a:off x="452100" y="353060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1" name="Google Shape;211;p11"/>
          <p:cNvSpPr txBox="1"/>
          <p:nvPr>
            <p:ph idx="2" type="body"/>
          </p:nvPr>
        </p:nvSpPr>
        <p:spPr>
          <a:xfrm>
            <a:off x="452100" y="415380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2" name="Google Shape;212;p11"/>
          <p:cNvSpPr/>
          <p:nvPr/>
        </p:nvSpPr>
        <p:spPr>
          <a:xfrm>
            <a:off x="4569600" y="3241100"/>
            <a:ext cx="4574400" cy="1902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3" name="Google Shape;213;p11"/>
          <p:cNvSpPr txBox="1"/>
          <p:nvPr>
            <p:ph idx="3" type="subTitle"/>
          </p:nvPr>
        </p:nvSpPr>
        <p:spPr>
          <a:xfrm>
            <a:off x="452100" y="154045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4" name="Google Shape;214;p11"/>
          <p:cNvSpPr txBox="1"/>
          <p:nvPr>
            <p:ph idx="4" type="body"/>
          </p:nvPr>
        </p:nvSpPr>
        <p:spPr>
          <a:xfrm>
            <a:off x="452100" y="216365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5" name="Google Shape;215;p11"/>
          <p:cNvSpPr txBox="1"/>
          <p:nvPr>
            <p:ph idx="5" type="subTitle"/>
          </p:nvPr>
        </p:nvSpPr>
        <p:spPr>
          <a:xfrm>
            <a:off x="4979100" y="154045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6" name="Google Shape;216;p11"/>
          <p:cNvSpPr txBox="1"/>
          <p:nvPr>
            <p:ph idx="6" type="body"/>
          </p:nvPr>
        </p:nvSpPr>
        <p:spPr>
          <a:xfrm>
            <a:off x="4979100" y="216365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7" name="Google Shape;217;p11"/>
          <p:cNvSpPr txBox="1"/>
          <p:nvPr>
            <p:ph idx="7" type="subTitle"/>
          </p:nvPr>
        </p:nvSpPr>
        <p:spPr>
          <a:xfrm>
            <a:off x="4979100" y="345975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8" name="Google Shape;218;p11"/>
          <p:cNvSpPr txBox="1"/>
          <p:nvPr>
            <p:ph idx="8" type="body"/>
          </p:nvPr>
        </p:nvSpPr>
        <p:spPr>
          <a:xfrm>
            <a:off x="4979100" y="408295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SECTION_HEADER_2">
    <p:spTree>
      <p:nvGrpSpPr>
        <p:cNvPr id="219" name="Shape 219"/>
        <p:cNvGrpSpPr/>
        <p:nvPr/>
      </p:nvGrpSpPr>
      <p:grpSpPr>
        <a:xfrm>
          <a:off x="0" y="0"/>
          <a:ext cx="0" cy="0"/>
          <a:chOff x="0" y="0"/>
          <a:chExt cx="0" cy="0"/>
        </a:xfrm>
      </p:grpSpPr>
      <p:sp>
        <p:nvSpPr>
          <p:cNvPr id="220" name="Google Shape;220;p12"/>
          <p:cNvSpPr/>
          <p:nvPr/>
        </p:nvSpPr>
        <p:spPr>
          <a:xfrm>
            <a:off x="0" y="1370900"/>
            <a:ext cx="30480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1" name="Google Shape;22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12"/>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23" name="Google Shape;223;p12"/>
          <p:cNvSpPr/>
          <p:nvPr/>
        </p:nvSpPr>
        <p:spPr>
          <a:xfrm>
            <a:off x="3048000" y="1370900"/>
            <a:ext cx="3048000" cy="3772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4" name="Google Shape;224;p12"/>
          <p:cNvSpPr/>
          <p:nvPr/>
        </p:nvSpPr>
        <p:spPr>
          <a:xfrm>
            <a:off x="6096000" y="1370900"/>
            <a:ext cx="30480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5" name="Google Shape;225;p12"/>
          <p:cNvSpPr txBox="1"/>
          <p:nvPr>
            <p:ph idx="1" type="subTitle"/>
          </p:nvPr>
        </p:nvSpPr>
        <p:spPr>
          <a:xfrm>
            <a:off x="338225" y="1677650"/>
            <a:ext cx="2321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6" name="Google Shape;226;p12"/>
          <p:cNvSpPr txBox="1"/>
          <p:nvPr>
            <p:ph idx="2" type="body"/>
          </p:nvPr>
        </p:nvSpPr>
        <p:spPr>
          <a:xfrm>
            <a:off x="338225" y="2505325"/>
            <a:ext cx="2321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7" name="Google Shape;227;p12"/>
          <p:cNvSpPr txBox="1"/>
          <p:nvPr>
            <p:ph idx="3" type="subTitle"/>
          </p:nvPr>
        </p:nvSpPr>
        <p:spPr>
          <a:xfrm>
            <a:off x="3411300" y="1677650"/>
            <a:ext cx="2321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8" name="Google Shape;228;p12"/>
          <p:cNvSpPr txBox="1"/>
          <p:nvPr>
            <p:ph idx="4" type="body"/>
          </p:nvPr>
        </p:nvSpPr>
        <p:spPr>
          <a:xfrm>
            <a:off x="3411300" y="2505325"/>
            <a:ext cx="2321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9" name="Google Shape;229;p12"/>
          <p:cNvSpPr txBox="1"/>
          <p:nvPr>
            <p:ph idx="5" type="subTitle"/>
          </p:nvPr>
        </p:nvSpPr>
        <p:spPr>
          <a:xfrm>
            <a:off x="6484375" y="1677650"/>
            <a:ext cx="2321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30" name="Google Shape;230;p12"/>
          <p:cNvSpPr txBox="1"/>
          <p:nvPr>
            <p:ph idx="6" type="body"/>
          </p:nvPr>
        </p:nvSpPr>
        <p:spPr>
          <a:xfrm>
            <a:off x="6484375" y="2505325"/>
            <a:ext cx="2321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SECTION_HEADER_1">
    <p:spTree>
      <p:nvGrpSpPr>
        <p:cNvPr id="231" name="Shape 231"/>
        <p:cNvGrpSpPr/>
        <p:nvPr/>
      </p:nvGrpSpPr>
      <p:grpSpPr>
        <a:xfrm>
          <a:off x="0" y="0"/>
          <a:ext cx="0" cy="0"/>
          <a:chOff x="0" y="0"/>
          <a:chExt cx="0" cy="0"/>
        </a:xfrm>
      </p:grpSpPr>
      <p:sp>
        <p:nvSpPr>
          <p:cNvPr id="232" name="Google Shape;232;p13"/>
          <p:cNvSpPr/>
          <p:nvPr/>
        </p:nvSpPr>
        <p:spPr>
          <a:xfrm>
            <a:off x="0" y="1374200"/>
            <a:ext cx="4569600" cy="376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3" name="Google Shape;23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13"/>
          <p:cNvSpPr/>
          <p:nvPr>
            <p:ph idx="2" type="pic"/>
          </p:nvPr>
        </p:nvSpPr>
        <p:spPr>
          <a:xfrm>
            <a:off x="4569600" y="1374200"/>
            <a:ext cx="4574400" cy="3769200"/>
          </a:xfrm>
          <a:prstGeom prst="rect">
            <a:avLst/>
          </a:prstGeom>
          <a:noFill/>
          <a:ln>
            <a:noFill/>
          </a:ln>
        </p:spPr>
      </p:sp>
      <p:sp>
        <p:nvSpPr>
          <p:cNvPr id="235" name="Google Shape;235;p13"/>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36" name="Google Shape;236;p13"/>
          <p:cNvSpPr txBox="1"/>
          <p:nvPr>
            <p:ph idx="1" type="body"/>
          </p:nvPr>
        </p:nvSpPr>
        <p:spPr>
          <a:xfrm>
            <a:off x="452100" y="1869650"/>
            <a:ext cx="3755400" cy="277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7" name="Google Shape;237;p13"/>
          <p:cNvSpPr txBox="1"/>
          <p:nvPr>
            <p:ph idx="3" type="body"/>
          </p:nvPr>
        </p:nvSpPr>
        <p:spPr>
          <a:xfrm>
            <a:off x="43356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SECTION_HEADER_1_1">
    <p:spTree>
      <p:nvGrpSpPr>
        <p:cNvPr id="238" name="Shape 238"/>
        <p:cNvGrpSpPr/>
        <p:nvPr/>
      </p:nvGrpSpPr>
      <p:grpSpPr>
        <a:xfrm>
          <a:off x="0" y="0"/>
          <a:ext cx="0" cy="0"/>
          <a:chOff x="0" y="0"/>
          <a:chExt cx="0" cy="0"/>
        </a:xfrm>
      </p:grpSpPr>
      <p:sp>
        <p:nvSpPr>
          <p:cNvPr id="239" name="Google Shape;23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14"/>
          <p:cNvSpPr/>
          <p:nvPr>
            <p:ph idx="2" type="pic"/>
          </p:nvPr>
        </p:nvSpPr>
        <p:spPr>
          <a:xfrm>
            <a:off x="0" y="1374200"/>
            <a:ext cx="9144000" cy="3791400"/>
          </a:xfrm>
          <a:prstGeom prst="rect">
            <a:avLst/>
          </a:prstGeom>
          <a:noFill/>
          <a:ln>
            <a:noFill/>
          </a:ln>
        </p:spPr>
      </p:sp>
      <p:sp>
        <p:nvSpPr>
          <p:cNvPr id="241" name="Google Shape;241;p14"/>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body and image " type="tx">
  <p:cSld name="TITLE_AND_BODY">
    <p:spTree>
      <p:nvGrpSpPr>
        <p:cNvPr id="242" name="Shape 242"/>
        <p:cNvGrpSpPr/>
        <p:nvPr/>
      </p:nvGrpSpPr>
      <p:grpSpPr>
        <a:xfrm>
          <a:off x="0" y="0"/>
          <a:ext cx="0" cy="0"/>
          <a:chOff x="0" y="0"/>
          <a:chExt cx="0" cy="0"/>
        </a:xfrm>
      </p:grpSpPr>
      <p:sp>
        <p:nvSpPr>
          <p:cNvPr id="243" name="Google Shape;24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4" name="Google Shape;244;p15"/>
          <p:cNvSpPr/>
          <p:nvPr/>
        </p:nvSpPr>
        <p:spPr>
          <a:xfrm>
            <a:off x="0" y="1370900"/>
            <a:ext cx="49071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5" name="Google Shape;245;p15"/>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246" name="Google Shape;246;p15"/>
          <p:cNvSpPr txBox="1"/>
          <p:nvPr>
            <p:ph idx="2" type="subTitle"/>
          </p:nvPr>
        </p:nvSpPr>
        <p:spPr>
          <a:xfrm>
            <a:off x="4521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47" name="Google Shape;247;p15"/>
          <p:cNvSpPr txBox="1"/>
          <p:nvPr>
            <p:ph idx="3" type="body"/>
          </p:nvPr>
        </p:nvSpPr>
        <p:spPr>
          <a:xfrm>
            <a:off x="4521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8" name="Google Shape;248;p15"/>
          <p:cNvSpPr/>
          <p:nvPr>
            <p:ph idx="4" type="pic"/>
          </p:nvPr>
        </p:nvSpPr>
        <p:spPr>
          <a:xfrm>
            <a:off x="4907150" y="0"/>
            <a:ext cx="4236900" cy="5153400"/>
          </a:xfrm>
          <a:prstGeom prst="rect">
            <a:avLst/>
          </a:prstGeom>
          <a:noFill/>
          <a:ln>
            <a:noFill/>
          </a:ln>
        </p:spPr>
      </p:sp>
      <p:sp>
        <p:nvSpPr>
          <p:cNvPr id="249" name="Google Shape;249;p15"/>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BODY_1">
    <p:spTree>
      <p:nvGrpSpPr>
        <p:cNvPr id="250" name="Shape 250"/>
        <p:cNvGrpSpPr/>
        <p:nvPr/>
      </p:nvGrpSpPr>
      <p:grpSpPr>
        <a:xfrm>
          <a:off x="0" y="0"/>
          <a:ext cx="0" cy="0"/>
          <a:chOff x="0" y="0"/>
          <a:chExt cx="0" cy="0"/>
        </a:xfrm>
      </p:grpSpPr>
      <p:sp>
        <p:nvSpPr>
          <p:cNvPr id="251" name="Google Shape;251;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16"/>
          <p:cNvSpPr/>
          <p:nvPr/>
        </p:nvSpPr>
        <p:spPr>
          <a:xfrm>
            <a:off x="0" y="1370900"/>
            <a:ext cx="49071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3" name="Google Shape;253;p16"/>
          <p:cNvSpPr/>
          <p:nvPr/>
        </p:nvSpPr>
        <p:spPr>
          <a:xfrm>
            <a:off x="4909625" y="-100"/>
            <a:ext cx="4234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4" name="Google Shape;254;p16"/>
          <p:cNvSpPr txBox="1"/>
          <p:nvPr>
            <p:ph idx="1" type="subTitle"/>
          </p:nvPr>
        </p:nvSpPr>
        <p:spPr>
          <a:xfrm>
            <a:off x="4521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55" name="Google Shape;255;p16"/>
          <p:cNvSpPr txBox="1"/>
          <p:nvPr>
            <p:ph idx="2" type="body"/>
          </p:nvPr>
        </p:nvSpPr>
        <p:spPr>
          <a:xfrm>
            <a:off x="4521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6" name="Google Shape;256;p16"/>
          <p:cNvSpPr txBox="1"/>
          <p:nvPr>
            <p:ph idx="3" type="body"/>
          </p:nvPr>
        </p:nvSpPr>
        <p:spPr>
          <a:xfrm>
            <a:off x="43356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257" name="Google Shape;257;p16"/>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woColTx">
  <p:cSld name="TITLE_AND_TWO_COLUMNS">
    <p:spTree>
      <p:nvGrpSpPr>
        <p:cNvPr id="258" name="Shape 258"/>
        <p:cNvGrpSpPr/>
        <p:nvPr/>
      </p:nvGrpSpPr>
      <p:grpSpPr>
        <a:xfrm>
          <a:off x="0" y="0"/>
          <a:ext cx="0" cy="0"/>
          <a:chOff x="0" y="0"/>
          <a:chExt cx="0" cy="0"/>
        </a:xfrm>
      </p:grpSpPr>
      <p:sp>
        <p:nvSpPr>
          <p:cNvPr id="259" name="Google Shape;259;p17"/>
          <p:cNvSpPr txBox="1"/>
          <p:nvPr>
            <p:ph idx="12" type="sldNum"/>
          </p:nvPr>
        </p:nvSpPr>
        <p:spPr>
          <a:xfrm>
            <a:off x="8472458" y="4663217"/>
            <a:ext cx="548700" cy="393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60" name="Google Shape;260;p17"/>
          <p:cNvGrpSpPr/>
          <p:nvPr/>
        </p:nvGrpSpPr>
        <p:grpSpPr>
          <a:xfrm>
            <a:off x="-300" y="-104"/>
            <a:ext cx="9144304" cy="5143511"/>
            <a:chOff x="-300" y="-104"/>
            <a:chExt cx="9144304" cy="5143511"/>
          </a:xfrm>
        </p:grpSpPr>
        <p:sp>
          <p:nvSpPr>
            <p:cNvPr id="261" name="Google Shape;261;p17"/>
            <p:cNvSpPr/>
            <p:nvPr/>
          </p:nvSpPr>
          <p:spPr>
            <a:xfrm>
              <a:off x="0" y="463580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2" name="Google Shape;262;p17"/>
            <p:cNvSpPr/>
            <p:nvPr/>
          </p:nvSpPr>
          <p:spPr>
            <a:xfrm rot="-5400000">
              <a:off x="15235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17"/>
            <p:cNvSpPr/>
            <p:nvPr/>
          </p:nvSpPr>
          <p:spPr>
            <a:xfrm rot="-5400000">
              <a:off x="5074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17"/>
            <p:cNvSpPr/>
            <p:nvPr/>
          </p:nvSpPr>
          <p:spPr>
            <a:xfrm rot="-5400000">
              <a:off x="10155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5" name="Google Shape;265;p17"/>
            <p:cNvSpPr/>
            <p:nvPr/>
          </p:nvSpPr>
          <p:spPr>
            <a:xfrm rot="-5400000">
              <a:off x="20316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6" name="Google Shape;266;p17"/>
            <p:cNvSpPr/>
            <p:nvPr/>
          </p:nvSpPr>
          <p:spPr>
            <a:xfrm rot="-5400000">
              <a:off x="35557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17"/>
            <p:cNvSpPr/>
            <p:nvPr/>
          </p:nvSpPr>
          <p:spPr>
            <a:xfrm rot="-5400000">
              <a:off x="25396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17"/>
            <p:cNvSpPr/>
            <p:nvPr/>
          </p:nvSpPr>
          <p:spPr>
            <a:xfrm rot="-5400000">
              <a:off x="30477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9" name="Google Shape;269;p17"/>
            <p:cNvSpPr/>
            <p:nvPr/>
          </p:nvSpPr>
          <p:spPr>
            <a:xfrm rot="-5400000">
              <a:off x="40638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0" name="Google Shape;270;p17"/>
            <p:cNvSpPr/>
            <p:nvPr/>
          </p:nvSpPr>
          <p:spPr>
            <a:xfrm rot="-5400000">
              <a:off x="45718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17"/>
            <p:cNvSpPr/>
            <p:nvPr/>
          </p:nvSpPr>
          <p:spPr>
            <a:xfrm rot="-5400000">
              <a:off x="50799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2" name="Google Shape;272;p17"/>
            <p:cNvSpPr/>
            <p:nvPr/>
          </p:nvSpPr>
          <p:spPr>
            <a:xfrm rot="-5400000">
              <a:off x="55879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17"/>
            <p:cNvSpPr/>
            <p:nvPr/>
          </p:nvSpPr>
          <p:spPr>
            <a:xfrm rot="-5400000">
              <a:off x="60960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4" name="Google Shape;274;p17"/>
            <p:cNvSpPr/>
            <p:nvPr/>
          </p:nvSpPr>
          <p:spPr>
            <a:xfrm rot="-5400000">
              <a:off x="66040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17"/>
            <p:cNvSpPr/>
            <p:nvPr/>
          </p:nvSpPr>
          <p:spPr>
            <a:xfrm rot="-5400000">
              <a:off x="71121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6" name="Google Shape;276;p17"/>
            <p:cNvSpPr/>
            <p:nvPr/>
          </p:nvSpPr>
          <p:spPr>
            <a:xfrm rot="-5400000">
              <a:off x="76201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17"/>
            <p:cNvSpPr/>
            <p:nvPr/>
          </p:nvSpPr>
          <p:spPr>
            <a:xfrm rot="-5400000">
              <a:off x="81282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8" name="Google Shape;278;p17"/>
            <p:cNvSpPr/>
            <p:nvPr/>
          </p:nvSpPr>
          <p:spPr>
            <a:xfrm rot="-5400000">
              <a:off x="86362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17"/>
            <p:cNvSpPr/>
            <p:nvPr/>
          </p:nvSpPr>
          <p:spPr>
            <a:xfrm>
              <a:off x="-300" y="103015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17"/>
            <p:cNvSpPr/>
            <p:nvPr/>
          </p:nvSpPr>
          <p:spPr>
            <a:xfrm>
              <a:off x="-300" y="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17"/>
            <p:cNvSpPr/>
            <p:nvPr/>
          </p:nvSpPr>
          <p:spPr>
            <a:xfrm>
              <a:off x="-300" y="504275"/>
              <a:ext cx="507900" cy="525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2" name="Google Shape;282;p17"/>
            <p:cNvSpPr/>
            <p:nvPr/>
          </p:nvSpPr>
          <p:spPr>
            <a:xfrm>
              <a:off x="-300" y="154522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3" name="Google Shape;283;p17"/>
            <p:cNvSpPr/>
            <p:nvPr/>
          </p:nvSpPr>
          <p:spPr>
            <a:xfrm>
              <a:off x="-300" y="3090456"/>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17"/>
            <p:cNvSpPr/>
            <p:nvPr/>
          </p:nvSpPr>
          <p:spPr>
            <a:xfrm>
              <a:off x="-300" y="2060304"/>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17"/>
            <p:cNvSpPr/>
            <p:nvPr/>
          </p:nvSpPr>
          <p:spPr>
            <a:xfrm>
              <a:off x="-300" y="2575380"/>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6" name="Google Shape;286;p17"/>
            <p:cNvSpPr/>
            <p:nvPr/>
          </p:nvSpPr>
          <p:spPr>
            <a:xfrm>
              <a:off x="-300" y="360553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7" name="Google Shape;287;p17"/>
            <p:cNvSpPr/>
            <p:nvPr/>
          </p:nvSpPr>
          <p:spPr>
            <a:xfrm>
              <a:off x="-300" y="412060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17"/>
            <p:cNvSpPr/>
            <p:nvPr/>
          </p:nvSpPr>
          <p:spPr>
            <a:xfrm>
              <a:off x="507600" y="5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9" name="Google Shape;289;p17"/>
            <p:cNvSpPr/>
            <p:nvPr/>
          </p:nvSpPr>
          <p:spPr>
            <a:xfrm rot="-5400000">
              <a:off x="20311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17"/>
            <p:cNvSpPr/>
            <p:nvPr/>
          </p:nvSpPr>
          <p:spPr>
            <a:xfrm rot="-5400000">
              <a:off x="10150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17"/>
            <p:cNvSpPr/>
            <p:nvPr/>
          </p:nvSpPr>
          <p:spPr>
            <a:xfrm rot="-5400000">
              <a:off x="15231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2" name="Google Shape;292;p17"/>
            <p:cNvSpPr/>
            <p:nvPr/>
          </p:nvSpPr>
          <p:spPr>
            <a:xfrm rot="-5400000">
              <a:off x="25392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3" name="Google Shape;293;p17"/>
            <p:cNvSpPr/>
            <p:nvPr/>
          </p:nvSpPr>
          <p:spPr>
            <a:xfrm rot="-5400000">
              <a:off x="40633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17"/>
            <p:cNvSpPr/>
            <p:nvPr/>
          </p:nvSpPr>
          <p:spPr>
            <a:xfrm rot="-5400000">
              <a:off x="30472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17"/>
            <p:cNvSpPr/>
            <p:nvPr/>
          </p:nvSpPr>
          <p:spPr>
            <a:xfrm rot="-5400000">
              <a:off x="35553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6" name="Google Shape;296;p17"/>
            <p:cNvSpPr/>
            <p:nvPr/>
          </p:nvSpPr>
          <p:spPr>
            <a:xfrm rot="-5400000">
              <a:off x="45714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7" name="Google Shape;297;p17"/>
            <p:cNvSpPr/>
            <p:nvPr/>
          </p:nvSpPr>
          <p:spPr>
            <a:xfrm rot="-5400000">
              <a:off x="50794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17"/>
            <p:cNvSpPr/>
            <p:nvPr/>
          </p:nvSpPr>
          <p:spPr>
            <a:xfrm rot="-5400000">
              <a:off x="55875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9" name="Google Shape;299;p17"/>
            <p:cNvSpPr/>
            <p:nvPr/>
          </p:nvSpPr>
          <p:spPr>
            <a:xfrm rot="-5400000">
              <a:off x="60955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17"/>
            <p:cNvSpPr/>
            <p:nvPr/>
          </p:nvSpPr>
          <p:spPr>
            <a:xfrm rot="-5400000">
              <a:off x="66036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1" name="Google Shape;301;p17"/>
            <p:cNvSpPr/>
            <p:nvPr/>
          </p:nvSpPr>
          <p:spPr>
            <a:xfrm rot="-5400000">
              <a:off x="71116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17"/>
            <p:cNvSpPr/>
            <p:nvPr/>
          </p:nvSpPr>
          <p:spPr>
            <a:xfrm rot="-5400000">
              <a:off x="76197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3" name="Google Shape;303;p17"/>
            <p:cNvSpPr/>
            <p:nvPr/>
          </p:nvSpPr>
          <p:spPr>
            <a:xfrm rot="-5400000">
              <a:off x="81277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17"/>
            <p:cNvSpPr/>
            <p:nvPr/>
          </p:nvSpPr>
          <p:spPr>
            <a:xfrm rot="-5400000">
              <a:off x="8635804" y="-238"/>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5" name="Google Shape;305;p17"/>
            <p:cNvSpPr/>
            <p:nvPr/>
          </p:nvSpPr>
          <p:spPr>
            <a:xfrm rot="10800000">
              <a:off x="8636100" y="360553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17"/>
            <p:cNvSpPr/>
            <p:nvPr/>
          </p:nvSpPr>
          <p:spPr>
            <a:xfrm rot="10800000">
              <a:off x="8636100" y="412060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7" name="Google Shape;307;p17"/>
            <p:cNvSpPr/>
            <p:nvPr/>
          </p:nvSpPr>
          <p:spPr>
            <a:xfrm rot="10800000">
              <a:off x="8636100" y="3090456"/>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8" name="Google Shape;308;p17"/>
            <p:cNvSpPr/>
            <p:nvPr/>
          </p:nvSpPr>
          <p:spPr>
            <a:xfrm rot="10800000">
              <a:off x="8636100" y="154522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17"/>
            <p:cNvSpPr/>
            <p:nvPr/>
          </p:nvSpPr>
          <p:spPr>
            <a:xfrm rot="10800000">
              <a:off x="8636100" y="257538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17"/>
            <p:cNvSpPr/>
            <p:nvPr/>
          </p:nvSpPr>
          <p:spPr>
            <a:xfrm rot="10800000">
              <a:off x="8636100" y="2060304"/>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1" name="Google Shape;311;p17"/>
            <p:cNvSpPr/>
            <p:nvPr/>
          </p:nvSpPr>
          <p:spPr>
            <a:xfrm rot="10800000">
              <a:off x="8636100" y="103015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2" name="Google Shape;312;p17"/>
            <p:cNvSpPr/>
            <p:nvPr/>
          </p:nvSpPr>
          <p:spPr>
            <a:xfrm rot="10800000">
              <a:off x="8636100" y="504275"/>
              <a:ext cx="507900" cy="525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13" name="Google Shape;313;p17"/>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TITLE_AND_TWO_COLUMNS_1">
    <p:spTree>
      <p:nvGrpSpPr>
        <p:cNvPr id="314" name="Shape 314"/>
        <p:cNvGrpSpPr/>
        <p:nvPr/>
      </p:nvGrpSpPr>
      <p:grpSpPr>
        <a:xfrm>
          <a:off x="0" y="0"/>
          <a:ext cx="0" cy="0"/>
          <a:chOff x="0" y="0"/>
          <a:chExt cx="0" cy="0"/>
        </a:xfrm>
      </p:grpSpPr>
      <p:sp>
        <p:nvSpPr>
          <p:cNvPr id="315" name="Google Shape;315;p18"/>
          <p:cNvSpPr txBox="1"/>
          <p:nvPr>
            <p:ph idx="12" type="sldNum"/>
          </p:nvPr>
        </p:nvSpPr>
        <p:spPr>
          <a:xfrm>
            <a:off x="8472458" y="4663217"/>
            <a:ext cx="548700" cy="393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16" name="Google Shape;316;p18"/>
          <p:cNvGrpSpPr/>
          <p:nvPr/>
        </p:nvGrpSpPr>
        <p:grpSpPr>
          <a:xfrm>
            <a:off x="-300" y="-104"/>
            <a:ext cx="9144304" cy="5143511"/>
            <a:chOff x="-300" y="-104"/>
            <a:chExt cx="9144304" cy="5143511"/>
          </a:xfrm>
        </p:grpSpPr>
        <p:sp>
          <p:nvSpPr>
            <p:cNvPr id="317" name="Google Shape;317;p18"/>
            <p:cNvSpPr/>
            <p:nvPr/>
          </p:nvSpPr>
          <p:spPr>
            <a:xfrm>
              <a:off x="0" y="463580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8" name="Google Shape;318;p18"/>
            <p:cNvSpPr/>
            <p:nvPr/>
          </p:nvSpPr>
          <p:spPr>
            <a:xfrm rot="-5400000">
              <a:off x="15235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18"/>
            <p:cNvSpPr/>
            <p:nvPr/>
          </p:nvSpPr>
          <p:spPr>
            <a:xfrm rot="-5400000">
              <a:off x="5074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18"/>
            <p:cNvSpPr/>
            <p:nvPr/>
          </p:nvSpPr>
          <p:spPr>
            <a:xfrm rot="-5400000">
              <a:off x="10155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1" name="Google Shape;321;p18"/>
            <p:cNvSpPr/>
            <p:nvPr/>
          </p:nvSpPr>
          <p:spPr>
            <a:xfrm rot="-5400000">
              <a:off x="20316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2" name="Google Shape;322;p18"/>
            <p:cNvSpPr/>
            <p:nvPr/>
          </p:nvSpPr>
          <p:spPr>
            <a:xfrm rot="-5400000">
              <a:off x="35557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18"/>
            <p:cNvSpPr/>
            <p:nvPr/>
          </p:nvSpPr>
          <p:spPr>
            <a:xfrm rot="-5400000">
              <a:off x="25396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18"/>
            <p:cNvSpPr/>
            <p:nvPr/>
          </p:nvSpPr>
          <p:spPr>
            <a:xfrm rot="-5400000">
              <a:off x="30477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5" name="Google Shape;325;p18"/>
            <p:cNvSpPr/>
            <p:nvPr/>
          </p:nvSpPr>
          <p:spPr>
            <a:xfrm rot="-5400000">
              <a:off x="40638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6" name="Google Shape;326;p18"/>
            <p:cNvSpPr/>
            <p:nvPr/>
          </p:nvSpPr>
          <p:spPr>
            <a:xfrm rot="-5400000">
              <a:off x="45718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18"/>
            <p:cNvSpPr/>
            <p:nvPr/>
          </p:nvSpPr>
          <p:spPr>
            <a:xfrm rot="-5400000">
              <a:off x="50799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8" name="Google Shape;328;p18"/>
            <p:cNvSpPr/>
            <p:nvPr/>
          </p:nvSpPr>
          <p:spPr>
            <a:xfrm rot="-5400000">
              <a:off x="55879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18"/>
            <p:cNvSpPr/>
            <p:nvPr/>
          </p:nvSpPr>
          <p:spPr>
            <a:xfrm rot="-5400000">
              <a:off x="60960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0" name="Google Shape;330;p18"/>
            <p:cNvSpPr/>
            <p:nvPr/>
          </p:nvSpPr>
          <p:spPr>
            <a:xfrm rot="-5400000">
              <a:off x="66040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18"/>
            <p:cNvSpPr/>
            <p:nvPr/>
          </p:nvSpPr>
          <p:spPr>
            <a:xfrm rot="-5400000">
              <a:off x="71121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2" name="Google Shape;332;p18"/>
            <p:cNvSpPr/>
            <p:nvPr/>
          </p:nvSpPr>
          <p:spPr>
            <a:xfrm rot="-5400000">
              <a:off x="76201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18"/>
            <p:cNvSpPr/>
            <p:nvPr/>
          </p:nvSpPr>
          <p:spPr>
            <a:xfrm rot="-5400000">
              <a:off x="81282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4" name="Google Shape;334;p18"/>
            <p:cNvSpPr/>
            <p:nvPr/>
          </p:nvSpPr>
          <p:spPr>
            <a:xfrm rot="-5400000">
              <a:off x="86362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18"/>
            <p:cNvSpPr/>
            <p:nvPr/>
          </p:nvSpPr>
          <p:spPr>
            <a:xfrm>
              <a:off x="-300" y="103015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18"/>
            <p:cNvSpPr/>
            <p:nvPr/>
          </p:nvSpPr>
          <p:spPr>
            <a:xfrm>
              <a:off x="-300" y="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18"/>
            <p:cNvSpPr/>
            <p:nvPr/>
          </p:nvSpPr>
          <p:spPr>
            <a:xfrm>
              <a:off x="-300" y="504275"/>
              <a:ext cx="507900" cy="525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8" name="Google Shape;338;p18"/>
            <p:cNvSpPr/>
            <p:nvPr/>
          </p:nvSpPr>
          <p:spPr>
            <a:xfrm>
              <a:off x="-300" y="154522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9" name="Google Shape;339;p18"/>
            <p:cNvSpPr/>
            <p:nvPr/>
          </p:nvSpPr>
          <p:spPr>
            <a:xfrm>
              <a:off x="-300" y="3090456"/>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18"/>
            <p:cNvSpPr/>
            <p:nvPr/>
          </p:nvSpPr>
          <p:spPr>
            <a:xfrm>
              <a:off x="-300" y="2060304"/>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18"/>
            <p:cNvSpPr/>
            <p:nvPr/>
          </p:nvSpPr>
          <p:spPr>
            <a:xfrm>
              <a:off x="-300" y="2575380"/>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2" name="Google Shape;342;p18"/>
            <p:cNvSpPr/>
            <p:nvPr/>
          </p:nvSpPr>
          <p:spPr>
            <a:xfrm>
              <a:off x="-300" y="360553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3" name="Google Shape;343;p18"/>
            <p:cNvSpPr/>
            <p:nvPr/>
          </p:nvSpPr>
          <p:spPr>
            <a:xfrm>
              <a:off x="-300" y="412060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18"/>
            <p:cNvSpPr/>
            <p:nvPr/>
          </p:nvSpPr>
          <p:spPr>
            <a:xfrm>
              <a:off x="507600" y="5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5" name="Google Shape;345;p18"/>
            <p:cNvSpPr/>
            <p:nvPr/>
          </p:nvSpPr>
          <p:spPr>
            <a:xfrm rot="-5400000">
              <a:off x="20311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18"/>
            <p:cNvSpPr/>
            <p:nvPr/>
          </p:nvSpPr>
          <p:spPr>
            <a:xfrm rot="-5400000">
              <a:off x="10150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18"/>
            <p:cNvSpPr/>
            <p:nvPr/>
          </p:nvSpPr>
          <p:spPr>
            <a:xfrm rot="-5400000">
              <a:off x="15231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8" name="Google Shape;348;p18"/>
            <p:cNvSpPr/>
            <p:nvPr/>
          </p:nvSpPr>
          <p:spPr>
            <a:xfrm rot="-5400000">
              <a:off x="25392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9" name="Google Shape;349;p18"/>
            <p:cNvSpPr/>
            <p:nvPr/>
          </p:nvSpPr>
          <p:spPr>
            <a:xfrm rot="-5400000">
              <a:off x="40633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18"/>
            <p:cNvSpPr/>
            <p:nvPr/>
          </p:nvSpPr>
          <p:spPr>
            <a:xfrm rot="-5400000">
              <a:off x="30472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18"/>
            <p:cNvSpPr/>
            <p:nvPr/>
          </p:nvSpPr>
          <p:spPr>
            <a:xfrm rot="-5400000">
              <a:off x="35553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2" name="Google Shape;352;p18"/>
            <p:cNvSpPr/>
            <p:nvPr/>
          </p:nvSpPr>
          <p:spPr>
            <a:xfrm rot="-5400000">
              <a:off x="45714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3" name="Google Shape;353;p18"/>
            <p:cNvSpPr/>
            <p:nvPr/>
          </p:nvSpPr>
          <p:spPr>
            <a:xfrm rot="-5400000">
              <a:off x="50794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18"/>
            <p:cNvSpPr/>
            <p:nvPr/>
          </p:nvSpPr>
          <p:spPr>
            <a:xfrm rot="-5400000">
              <a:off x="55875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5" name="Google Shape;355;p18"/>
            <p:cNvSpPr/>
            <p:nvPr/>
          </p:nvSpPr>
          <p:spPr>
            <a:xfrm rot="-5400000">
              <a:off x="60955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18"/>
            <p:cNvSpPr/>
            <p:nvPr/>
          </p:nvSpPr>
          <p:spPr>
            <a:xfrm rot="-5400000">
              <a:off x="66036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7" name="Google Shape;357;p18"/>
            <p:cNvSpPr/>
            <p:nvPr/>
          </p:nvSpPr>
          <p:spPr>
            <a:xfrm rot="-5400000">
              <a:off x="71116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18"/>
            <p:cNvSpPr/>
            <p:nvPr/>
          </p:nvSpPr>
          <p:spPr>
            <a:xfrm rot="-5400000">
              <a:off x="76197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9" name="Google Shape;359;p18"/>
            <p:cNvSpPr/>
            <p:nvPr/>
          </p:nvSpPr>
          <p:spPr>
            <a:xfrm rot="-5400000">
              <a:off x="81277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p18"/>
            <p:cNvSpPr/>
            <p:nvPr/>
          </p:nvSpPr>
          <p:spPr>
            <a:xfrm rot="-5400000">
              <a:off x="8635804" y="-238"/>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1" name="Google Shape;361;p18"/>
            <p:cNvSpPr/>
            <p:nvPr/>
          </p:nvSpPr>
          <p:spPr>
            <a:xfrm rot="10800000">
              <a:off x="8636100" y="360553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18"/>
            <p:cNvSpPr/>
            <p:nvPr/>
          </p:nvSpPr>
          <p:spPr>
            <a:xfrm rot="10800000">
              <a:off x="8636100" y="412060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3" name="Google Shape;363;p18"/>
            <p:cNvSpPr/>
            <p:nvPr/>
          </p:nvSpPr>
          <p:spPr>
            <a:xfrm rot="10800000">
              <a:off x="8636100" y="3090456"/>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4" name="Google Shape;364;p18"/>
            <p:cNvSpPr/>
            <p:nvPr/>
          </p:nvSpPr>
          <p:spPr>
            <a:xfrm rot="10800000">
              <a:off x="8636100" y="154522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18"/>
            <p:cNvSpPr/>
            <p:nvPr/>
          </p:nvSpPr>
          <p:spPr>
            <a:xfrm rot="10800000">
              <a:off x="8636100" y="257538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18"/>
            <p:cNvSpPr/>
            <p:nvPr/>
          </p:nvSpPr>
          <p:spPr>
            <a:xfrm rot="10800000">
              <a:off x="8636100" y="2060304"/>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7" name="Google Shape;367;p18"/>
            <p:cNvSpPr/>
            <p:nvPr/>
          </p:nvSpPr>
          <p:spPr>
            <a:xfrm rot="10800000">
              <a:off x="8636100" y="103015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8" name="Google Shape;368;p18"/>
            <p:cNvSpPr/>
            <p:nvPr/>
          </p:nvSpPr>
          <p:spPr>
            <a:xfrm rot="10800000">
              <a:off x="8636100" y="504275"/>
              <a:ext cx="507900" cy="525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69" name="Google Shape;369;p18"/>
          <p:cNvSpPr txBox="1"/>
          <p:nvPr>
            <p:ph type="title"/>
          </p:nvPr>
        </p:nvSpPr>
        <p:spPr>
          <a:xfrm>
            <a:off x="1319000" y="942200"/>
            <a:ext cx="6660900" cy="112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0" name="Google Shape;370;p18"/>
          <p:cNvSpPr txBox="1"/>
          <p:nvPr>
            <p:ph idx="1" type="body"/>
          </p:nvPr>
        </p:nvSpPr>
        <p:spPr>
          <a:xfrm>
            <a:off x="885050" y="2505325"/>
            <a:ext cx="7528800" cy="172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TITLE_ONLY_3">
    <p:spTree>
      <p:nvGrpSpPr>
        <p:cNvPr id="371" name="Shape 371"/>
        <p:cNvGrpSpPr/>
        <p:nvPr/>
      </p:nvGrpSpPr>
      <p:grpSpPr>
        <a:xfrm>
          <a:off x="0" y="0"/>
          <a:ext cx="0" cy="0"/>
          <a:chOff x="0" y="0"/>
          <a:chExt cx="0" cy="0"/>
        </a:xfrm>
      </p:grpSpPr>
      <p:sp>
        <p:nvSpPr>
          <p:cNvPr id="372" name="Google Shape;37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73" name="Google Shape;373;p19"/>
          <p:cNvGrpSpPr/>
          <p:nvPr/>
        </p:nvGrpSpPr>
        <p:grpSpPr>
          <a:xfrm>
            <a:off x="0" y="-125"/>
            <a:ext cx="9144300" cy="5143500"/>
            <a:chOff x="0" y="-125"/>
            <a:chExt cx="9144300" cy="5143500"/>
          </a:xfrm>
        </p:grpSpPr>
        <p:sp>
          <p:nvSpPr>
            <p:cNvPr id="374" name="Google Shape;374;p19"/>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75" name="Google Shape;375;p19"/>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76" name="Google Shape;376;p19"/>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77" name="Google Shape;377;p19"/>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378" name="Google Shape;378;p19"/>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ONLY_3_1">
    <p:spTree>
      <p:nvGrpSpPr>
        <p:cNvPr id="379" name="Shape 379"/>
        <p:cNvGrpSpPr/>
        <p:nvPr/>
      </p:nvGrpSpPr>
      <p:grpSpPr>
        <a:xfrm>
          <a:off x="0" y="0"/>
          <a:ext cx="0" cy="0"/>
          <a:chOff x="0" y="0"/>
          <a:chExt cx="0" cy="0"/>
        </a:xfrm>
      </p:grpSpPr>
      <p:sp>
        <p:nvSpPr>
          <p:cNvPr id="380" name="Google Shape;38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81" name="Google Shape;381;p20"/>
          <p:cNvGrpSpPr/>
          <p:nvPr/>
        </p:nvGrpSpPr>
        <p:grpSpPr>
          <a:xfrm>
            <a:off x="0" y="-125"/>
            <a:ext cx="9144300" cy="5143500"/>
            <a:chOff x="0" y="-125"/>
            <a:chExt cx="9144300" cy="5143500"/>
          </a:xfrm>
        </p:grpSpPr>
        <p:sp>
          <p:nvSpPr>
            <p:cNvPr id="382" name="Google Shape;382;p20"/>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83" name="Google Shape;383;p20"/>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84" name="Google Shape;384;p20"/>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85" name="Google Shape;385;p20"/>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386" name="Google Shape;386;p20"/>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7" name="Google Shape;387;p20"/>
          <p:cNvSpPr txBox="1"/>
          <p:nvPr>
            <p:ph idx="1" type="body"/>
          </p:nvPr>
        </p:nvSpPr>
        <p:spPr>
          <a:xfrm>
            <a:off x="599900" y="149267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ONLY_3_1_1">
    <p:spTree>
      <p:nvGrpSpPr>
        <p:cNvPr id="388" name="Shape 388"/>
        <p:cNvGrpSpPr/>
        <p:nvPr/>
      </p:nvGrpSpPr>
      <p:grpSpPr>
        <a:xfrm>
          <a:off x="0" y="0"/>
          <a:ext cx="0" cy="0"/>
          <a:chOff x="0" y="0"/>
          <a:chExt cx="0" cy="0"/>
        </a:xfrm>
      </p:grpSpPr>
      <p:sp>
        <p:nvSpPr>
          <p:cNvPr id="389" name="Google Shape;38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90" name="Google Shape;390;p21"/>
          <p:cNvGrpSpPr/>
          <p:nvPr/>
        </p:nvGrpSpPr>
        <p:grpSpPr>
          <a:xfrm>
            <a:off x="0" y="-125"/>
            <a:ext cx="9144300" cy="5143500"/>
            <a:chOff x="0" y="-125"/>
            <a:chExt cx="9144300" cy="5143500"/>
          </a:xfrm>
        </p:grpSpPr>
        <p:sp>
          <p:nvSpPr>
            <p:cNvPr id="391" name="Google Shape;391;p21"/>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92" name="Google Shape;392;p21"/>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93" name="Google Shape;393;p21"/>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394" name="Google Shape;394;p21"/>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395" name="Google Shape;395;p21"/>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6" name="Google Shape;396;p21"/>
          <p:cNvSpPr txBox="1"/>
          <p:nvPr>
            <p:ph idx="1" type="body"/>
          </p:nvPr>
        </p:nvSpPr>
        <p:spPr>
          <a:xfrm>
            <a:off x="599900" y="149267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7" name="Google Shape;397;p21"/>
          <p:cNvSpPr txBox="1"/>
          <p:nvPr>
            <p:ph idx="2" type="body"/>
          </p:nvPr>
        </p:nvSpPr>
        <p:spPr>
          <a:xfrm>
            <a:off x="4853300" y="149267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ONLY_2">
    <p:spTree>
      <p:nvGrpSpPr>
        <p:cNvPr id="398" name="Shape 398"/>
        <p:cNvGrpSpPr/>
        <p:nvPr/>
      </p:nvGrpSpPr>
      <p:grpSpPr>
        <a:xfrm>
          <a:off x="0" y="0"/>
          <a:ext cx="0" cy="0"/>
          <a:chOff x="0" y="0"/>
          <a:chExt cx="0" cy="0"/>
        </a:xfrm>
      </p:grpSpPr>
      <p:sp>
        <p:nvSpPr>
          <p:cNvPr id="399" name="Google Shape;3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00" name="Google Shape;400;p22"/>
          <p:cNvGrpSpPr/>
          <p:nvPr/>
        </p:nvGrpSpPr>
        <p:grpSpPr>
          <a:xfrm>
            <a:off x="0" y="-125"/>
            <a:ext cx="9144300" cy="5143500"/>
            <a:chOff x="0" y="-125"/>
            <a:chExt cx="9144300" cy="5143500"/>
          </a:xfrm>
        </p:grpSpPr>
        <p:sp>
          <p:nvSpPr>
            <p:cNvPr id="401" name="Google Shape;401;p22"/>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02" name="Google Shape;402;p22"/>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03" name="Google Shape;403;p22"/>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04" name="Google Shape;404;p22"/>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ONLY_2_1">
    <p:spTree>
      <p:nvGrpSpPr>
        <p:cNvPr id="405" name="Shape 405"/>
        <p:cNvGrpSpPr/>
        <p:nvPr/>
      </p:nvGrpSpPr>
      <p:grpSpPr>
        <a:xfrm>
          <a:off x="0" y="0"/>
          <a:ext cx="0" cy="0"/>
          <a:chOff x="0" y="0"/>
          <a:chExt cx="0" cy="0"/>
        </a:xfrm>
      </p:grpSpPr>
      <p:sp>
        <p:nvSpPr>
          <p:cNvPr id="406" name="Google Shape;406;p23"/>
          <p:cNvSpPr/>
          <p:nvPr>
            <p:ph idx="2" type="pic"/>
          </p:nvPr>
        </p:nvSpPr>
        <p:spPr>
          <a:xfrm>
            <a:off x="86925" y="86600"/>
            <a:ext cx="8970600" cy="4970100"/>
          </a:xfrm>
          <a:prstGeom prst="rect">
            <a:avLst/>
          </a:prstGeom>
          <a:noFill/>
          <a:ln>
            <a:noFill/>
          </a:ln>
        </p:spPr>
      </p:sp>
      <p:sp>
        <p:nvSpPr>
          <p:cNvPr id="407" name="Google Shape;40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08" name="Google Shape;408;p23"/>
          <p:cNvGrpSpPr/>
          <p:nvPr/>
        </p:nvGrpSpPr>
        <p:grpSpPr>
          <a:xfrm>
            <a:off x="0" y="-125"/>
            <a:ext cx="9144300" cy="5143500"/>
            <a:chOff x="0" y="-125"/>
            <a:chExt cx="9144300" cy="5143500"/>
          </a:xfrm>
        </p:grpSpPr>
        <p:sp>
          <p:nvSpPr>
            <p:cNvPr id="409" name="Google Shape;409;p23"/>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10" name="Google Shape;410;p23"/>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11" name="Google Shape;411;p23"/>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12" name="Google Shape;412;p23"/>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ONLY_2_1_1">
    <p:spTree>
      <p:nvGrpSpPr>
        <p:cNvPr id="413" name="Shape 413"/>
        <p:cNvGrpSpPr/>
        <p:nvPr/>
      </p:nvGrpSpPr>
      <p:grpSpPr>
        <a:xfrm>
          <a:off x="0" y="0"/>
          <a:ext cx="0" cy="0"/>
          <a:chOff x="0" y="0"/>
          <a:chExt cx="0" cy="0"/>
        </a:xfrm>
      </p:grpSpPr>
      <p:grpSp>
        <p:nvGrpSpPr>
          <p:cNvPr id="414" name="Google Shape;414;p24"/>
          <p:cNvGrpSpPr/>
          <p:nvPr/>
        </p:nvGrpSpPr>
        <p:grpSpPr>
          <a:xfrm>
            <a:off x="0" y="-125"/>
            <a:ext cx="9144300" cy="5143500"/>
            <a:chOff x="0" y="-125"/>
            <a:chExt cx="9144300" cy="5143500"/>
          </a:xfrm>
        </p:grpSpPr>
        <p:sp>
          <p:nvSpPr>
            <p:cNvPr id="415" name="Google Shape;415;p24"/>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16" name="Google Shape;416;p24"/>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17" name="Google Shape;417;p24"/>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18" name="Google Shape;418;p24"/>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19" name="Google Shape;41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0" name="Google Shape;420;p24"/>
          <p:cNvSpPr/>
          <p:nvPr/>
        </p:nvSpPr>
        <p:spPr>
          <a:xfrm>
            <a:off x="93700" y="1076175"/>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1" name="Google Shape;421;p24"/>
          <p:cNvSpPr/>
          <p:nvPr/>
        </p:nvSpPr>
        <p:spPr>
          <a:xfrm>
            <a:off x="3085137" y="1076175"/>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2" name="Google Shape;422;p24"/>
          <p:cNvSpPr/>
          <p:nvPr/>
        </p:nvSpPr>
        <p:spPr>
          <a:xfrm>
            <a:off x="6076575" y="1076175"/>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3" name="Google Shape;423;p24"/>
          <p:cNvSpPr/>
          <p:nvPr/>
        </p:nvSpPr>
        <p:spPr>
          <a:xfrm>
            <a:off x="93700" y="2403242"/>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4" name="Google Shape;424;p24"/>
          <p:cNvSpPr/>
          <p:nvPr/>
        </p:nvSpPr>
        <p:spPr>
          <a:xfrm>
            <a:off x="3085137" y="2403242"/>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5" name="Google Shape;425;p24"/>
          <p:cNvSpPr/>
          <p:nvPr/>
        </p:nvSpPr>
        <p:spPr>
          <a:xfrm>
            <a:off x="6076575" y="2403242"/>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6" name="Google Shape;426;p24"/>
          <p:cNvSpPr/>
          <p:nvPr/>
        </p:nvSpPr>
        <p:spPr>
          <a:xfrm>
            <a:off x="93700" y="3729768"/>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7" name="Google Shape;427;p24"/>
          <p:cNvSpPr/>
          <p:nvPr/>
        </p:nvSpPr>
        <p:spPr>
          <a:xfrm>
            <a:off x="3085137" y="3729768"/>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8" name="Google Shape;428;p24"/>
          <p:cNvSpPr/>
          <p:nvPr/>
        </p:nvSpPr>
        <p:spPr>
          <a:xfrm>
            <a:off x="6076575" y="3729768"/>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29" name="Google Shape;429;p24"/>
          <p:cNvSpPr txBox="1"/>
          <p:nvPr>
            <p:ph type="title"/>
          </p:nvPr>
        </p:nvSpPr>
        <p:spPr>
          <a:xfrm>
            <a:off x="408650" y="19395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30" name="Google Shape;430;p24"/>
          <p:cNvSpPr/>
          <p:nvPr>
            <p:ph idx="2" type="pic"/>
          </p:nvPr>
        </p:nvSpPr>
        <p:spPr>
          <a:xfrm>
            <a:off x="205750" y="1171125"/>
            <a:ext cx="2745900" cy="1122000"/>
          </a:xfrm>
          <a:prstGeom prst="rect">
            <a:avLst/>
          </a:prstGeom>
          <a:noFill/>
          <a:ln>
            <a:noFill/>
          </a:ln>
        </p:spPr>
      </p:sp>
      <p:sp>
        <p:nvSpPr>
          <p:cNvPr id="431" name="Google Shape;431;p24"/>
          <p:cNvSpPr/>
          <p:nvPr>
            <p:ph idx="3" type="pic"/>
          </p:nvPr>
        </p:nvSpPr>
        <p:spPr>
          <a:xfrm>
            <a:off x="3207988" y="1171125"/>
            <a:ext cx="2745900" cy="1122000"/>
          </a:xfrm>
          <a:prstGeom prst="rect">
            <a:avLst/>
          </a:prstGeom>
          <a:noFill/>
          <a:ln>
            <a:noFill/>
          </a:ln>
        </p:spPr>
      </p:sp>
      <p:sp>
        <p:nvSpPr>
          <p:cNvPr id="432" name="Google Shape;432;p24"/>
          <p:cNvSpPr/>
          <p:nvPr>
            <p:ph idx="4" type="pic"/>
          </p:nvPr>
        </p:nvSpPr>
        <p:spPr>
          <a:xfrm>
            <a:off x="6210188" y="1171125"/>
            <a:ext cx="2745900" cy="1122000"/>
          </a:xfrm>
          <a:prstGeom prst="rect">
            <a:avLst/>
          </a:prstGeom>
          <a:noFill/>
          <a:ln>
            <a:noFill/>
          </a:ln>
        </p:spPr>
      </p:sp>
      <p:sp>
        <p:nvSpPr>
          <p:cNvPr id="433" name="Google Shape;433;p24"/>
          <p:cNvSpPr/>
          <p:nvPr>
            <p:ph idx="5" type="pic"/>
          </p:nvPr>
        </p:nvSpPr>
        <p:spPr>
          <a:xfrm>
            <a:off x="205750" y="2505575"/>
            <a:ext cx="2745900" cy="1122000"/>
          </a:xfrm>
          <a:prstGeom prst="rect">
            <a:avLst/>
          </a:prstGeom>
          <a:noFill/>
          <a:ln>
            <a:noFill/>
          </a:ln>
        </p:spPr>
      </p:sp>
      <p:sp>
        <p:nvSpPr>
          <p:cNvPr id="434" name="Google Shape;434;p24"/>
          <p:cNvSpPr/>
          <p:nvPr>
            <p:ph idx="6" type="pic"/>
          </p:nvPr>
        </p:nvSpPr>
        <p:spPr>
          <a:xfrm>
            <a:off x="3207988" y="2505575"/>
            <a:ext cx="2745900" cy="1122000"/>
          </a:xfrm>
          <a:prstGeom prst="rect">
            <a:avLst/>
          </a:prstGeom>
          <a:noFill/>
          <a:ln>
            <a:noFill/>
          </a:ln>
        </p:spPr>
      </p:sp>
      <p:sp>
        <p:nvSpPr>
          <p:cNvPr id="435" name="Google Shape;435;p24"/>
          <p:cNvSpPr/>
          <p:nvPr>
            <p:ph idx="7" type="pic"/>
          </p:nvPr>
        </p:nvSpPr>
        <p:spPr>
          <a:xfrm>
            <a:off x="6210188" y="2505575"/>
            <a:ext cx="2745900" cy="1122000"/>
          </a:xfrm>
          <a:prstGeom prst="rect">
            <a:avLst/>
          </a:prstGeom>
          <a:noFill/>
          <a:ln>
            <a:noFill/>
          </a:ln>
        </p:spPr>
      </p:sp>
      <p:sp>
        <p:nvSpPr>
          <p:cNvPr id="436" name="Google Shape;436;p24"/>
          <p:cNvSpPr/>
          <p:nvPr>
            <p:ph idx="8" type="pic"/>
          </p:nvPr>
        </p:nvSpPr>
        <p:spPr>
          <a:xfrm>
            <a:off x="205750" y="3840575"/>
            <a:ext cx="2745900" cy="1122000"/>
          </a:xfrm>
          <a:prstGeom prst="rect">
            <a:avLst/>
          </a:prstGeom>
          <a:noFill/>
          <a:ln>
            <a:noFill/>
          </a:ln>
        </p:spPr>
      </p:sp>
      <p:sp>
        <p:nvSpPr>
          <p:cNvPr id="437" name="Google Shape;437;p24"/>
          <p:cNvSpPr/>
          <p:nvPr>
            <p:ph idx="9" type="pic"/>
          </p:nvPr>
        </p:nvSpPr>
        <p:spPr>
          <a:xfrm>
            <a:off x="3207988" y="3840575"/>
            <a:ext cx="2745900" cy="1122000"/>
          </a:xfrm>
          <a:prstGeom prst="rect">
            <a:avLst/>
          </a:prstGeom>
          <a:noFill/>
          <a:ln>
            <a:noFill/>
          </a:ln>
        </p:spPr>
      </p:sp>
      <p:sp>
        <p:nvSpPr>
          <p:cNvPr id="438" name="Google Shape;438;p24"/>
          <p:cNvSpPr/>
          <p:nvPr>
            <p:ph idx="13" type="pic"/>
          </p:nvPr>
        </p:nvSpPr>
        <p:spPr>
          <a:xfrm>
            <a:off x="6210188" y="3840575"/>
            <a:ext cx="2745900" cy="11220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ONLY_1">
    <p:spTree>
      <p:nvGrpSpPr>
        <p:cNvPr id="439" name="Shape 439"/>
        <p:cNvGrpSpPr/>
        <p:nvPr/>
      </p:nvGrpSpPr>
      <p:grpSpPr>
        <a:xfrm>
          <a:off x="0" y="0"/>
          <a:ext cx="0" cy="0"/>
          <a:chOff x="0" y="0"/>
          <a:chExt cx="0" cy="0"/>
        </a:xfrm>
      </p:grpSpPr>
      <p:sp>
        <p:nvSpPr>
          <p:cNvPr id="440" name="Google Shape;44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41" name="Google Shape;441;p25"/>
          <p:cNvGrpSpPr/>
          <p:nvPr/>
        </p:nvGrpSpPr>
        <p:grpSpPr>
          <a:xfrm>
            <a:off x="0" y="-125"/>
            <a:ext cx="9144300" cy="5143500"/>
            <a:chOff x="0" y="-125"/>
            <a:chExt cx="9144300" cy="5143500"/>
          </a:xfrm>
        </p:grpSpPr>
        <p:sp>
          <p:nvSpPr>
            <p:cNvPr id="442" name="Google Shape;442;p25"/>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43" name="Google Shape;443;p25"/>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44" name="Google Shape;444;p25"/>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45" name="Google Shape;445;p25"/>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46" name="Google Shape;446;p25"/>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1_1_2">
    <p:spTree>
      <p:nvGrpSpPr>
        <p:cNvPr id="447" name="Shape 447"/>
        <p:cNvGrpSpPr/>
        <p:nvPr/>
      </p:nvGrpSpPr>
      <p:grpSpPr>
        <a:xfrm>
          <a:off x="0" y="0"/>
          <a:ext cx="0" cy="0"/>
          <a:chOff x="0" y="0"/>
          <a:chExt cx="0" cy="0"/>
        </a:xfrm>
      </p:grpSpPr>
      <p:sp>
        <p:nvSpPr>
          <p:cNvPr id="448" name="Google Shape;448;p26"/>
          <p:cNvSpPr/>
          <p:nvPr/>
        </p:nvSpPr>
        <p:spPr>
          <a:xfrm>
            <a:off x="332700" y="1182025"/>
            <a:ext cx="4239300" cy="1205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lang="en" sz="1200">
                <a:solidFill>
                  <a:schemeClr val="accent1"/>
                </a:solidFill>
                <a:latin typeface="Lexend Light"/>
                <a:ea typeface="Lexend Light"/>
                <a:cs typeface="Lexend Light"/>
                <a:sym typeface="Lexend Light"/>
              </a:rPr>
              <a:t>Lorem ipsum dolor sit amet, consectetur adipiscing elit. Nunc vitae ultricies tortor. Pellentesque rhoncus congue mauris, vitae pretium congue nibh rutrum eget.</a:t>
            </a:r>
            <a:endParaRPr sz="1200">
              <a:solidFill>
                <a:schemeClr val="accent1"/>
              </a:solidFill>
              <a:latin typeface="Lexend Light"/>
              <a:ea typeface="Lexend Light"/>
              <a:cs typeface="Lexend Light"/>
              <a:sym typeface="Lexend Light"/>
            </a:endParaRPr>
          </a:p>
        </p:txBody>
      </p:sp>
      <p:sp>
        <p:nvSpPr>
          <p:cNvPr id="449" name="Google Shape;44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0" name="Google Shape;450;p26"/>
          <p:cNvSpPr txBox="1"/>
          <p:nvPr>
            <p:ph type="title"/>
          </p:nvPr>
        </p:nvSpPr>
        <p:spPr>
          <a:xfrm>
            <a:off x="265500" y="297100"/>
            <a:ext cx="8471100" cy="737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1" name="Google Shape;451;p26"/>
          <p:cNvSpPr txBox="1"/>
          <p:nvPr>
            <p:ph idx="1" type="subTitle"/>
          </p:nvPr>
        </p:nvSpPr>
        <p:spPr>
          <a:xfrm>
            <a:off x="464700" y="1297480"/>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grpSp>
        <p:nvGrpSpPr>
          <p:cNvPr id="452" name="Google Shape;452;p26"/>
          <p:cNvGrpSpPr/>
          <p:nvPr/>
        </p:nvGrpSpPr>
        <p:grpSpPr>
          <a:xfrm>
            <a:off x="0" y="-125"/>
            <a:ext cx="9144300" cy="5143500"/>
            <a:chOff x="0" y="-125"/>
            <a:chExt cx="9144300" cy="5143500"/>
          </a:xfrm>
        </p:grpSpPr>
        <p:sp>
          <p:nvSpPr>
            <p:cNvPr id="453" name="Google Shape;453;p26"/>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54" name="Google Shape;454;p26"/>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55" name="Google Shape;455;p26"/>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56" name="Google Shape;456;p26"/>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57" name="Google Shape;457;p26"/>
          <p:cNvSpPr/>
          <p:nvPr/>
        </p:nvSpPr>
        <p:spPr>
          <a:xfrm>
            <a:off x="4572000" y="1182025"/>
            <a:ext cx="4239300" cy="1267800"/>
          </a:xfrm>
          <a:prstGeom prst="rect">
            <a:avLst/>
          </a:prstGeom>
          <a:solidFill>
            <a:schemeClr val="accent2"/>
          </a:solidFill>
          <a:ln cap="flat" cmpd="sng" w="19050">
            <a:solidFill>
              <a:schemeClr val="accent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accent1"/>
              </a:solidFill>
              <a:latin typeface="Lexend Light"/>
              <a:ea typeface="Lexend Light"/>
              <a:cs typeface="Lexend Light"/>
              <a:sym typeface="Lexend Light"/>
            </a:endParaRPr>
          </a:p>
        </p:txBody>
      </p:sp>
      <p:sp>
        <p:nvSpPr>
          <p:cNvPr id="458" name="Google Shape;458;p26"/>
          <p:cNvSpPr txBox="1"/>
          <p:nvPr>
            <p:ph idx="2" type="subTitle"/>
          </p:nvPr>
        </p:nvSpPr>
        <p:spPr>
          <a:xfrm>
            <a:off x="4724550" y="1297480"/>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59" name="Google Shape;459;p26"/>
          <p:cNvSpPr/>
          <p:nvPr/>
        </p:nvSpPr>
        <p:spPr>
          <a:xfrm>
            <a:off x="332700" y="2386993"/>
            <a:ext cx="4239300" cy="1205100"/>
          </a:xfrm>
          <a:prstGeom prst="rect">
            <a:avLst/>
          </a:prstGeom>
          <a:solidFill>
            <a:schemeClr val="accent2"/>
          </a:solidFill>
          <a:ln cap="flat" cmpd="sng" w="19050">
            <a:solidFill>
              <a:schemeClr val="accent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accent1"/>
              </a:solidFill>
              <a:latin typeface="Lexend Light"/>
              <a:ea typeface="Lexend Light"/>
              <a:cs typeface="Lexend Light"/>
              <a:sym typeface="Lexend Light"/>
            </a:endParaRPr>
          </a:p>
        </p:txBody>
      </p:sp>
      <p:sp>
        <p:nvSpPr>
          <p:cNvPr id="460" name="Google Shape;460;p26"/>
          <p:cNvSpPr txBox="1"/>
          <p:nvPr>
            <p:ph idx="3" type="subTitle"/>
          </p:nvPr>
        </p:nvSpPr>
        <p:spPr>
          <a:xfrm>
            <a:off x="464700" y="2502449"/>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61" name="Google Shape;461;p26"/>
          <p:cNvSpPr/>
          <p:nvPr/>
        </p:nvSpPr>
        <p:spPr>
          <a:xfrm>
            <a:off x="4572000" y="2386993"/>
            <a:ext cx="4239300" cy="1205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lang="en" sz="1200">
                <a:solidFill>
                  <a:schemeClr val="accent1"/>
                </a:solidFill>
                <a:latin typeface="Lexend Light"/>
                <a:ea typeface="Lexend Light"/>
                <a:cs typeface="Lexend Light"/>
                <a:sym typeface="Lexend Light"/>
              </a:rPr>
              <a:t>Lorem ipsum dolor sit amet, consectetur adipiscing elit. Nunc vitae ultricies tortor. Pellentesque rhoncus congue mauris, vitae pretium congue nibh rutrum eget.</a:t>
            </a:r>
            <a:endParaRPr sz="1200">
              <a:solidFill>
                <a:schemeClr val="accent1"/>
              </a:solidFill>
              <a:latin typeface="Lexend Light"/>
              <a:ea typeface="Lexend Light"/>
              <a:cs typeface="Lexend Light"/>
              <a:sym typeface="Lexend Light"/>
            </a:endParaRPr>
          </a:p>
        </p:txBody>
      </p:sp>
      <p:sp>
        <p:nvSpPr>
          <p:cNvPr id="462" name="Google Shape;462;p26"/>
          <p:cNvSpPr txBox="1"/>
          <p:nvPr>
            <p:ph idx="4" type="subTitle"/>
          </p:nvPr>
        </p:nvSpPr>
        <p:spPr>
          <a:xfrm>
            <a:off x="4704000" y="2502449"/>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63" name="Google Shape;463;p26"/>
          <p:cNvSpPr/>
          <p:nvPr/>
        </p:nvSpPr>
        <p:spPr>
          <a:xfrm>
            <a:off x="332700" y="3591961"/>
            <a:ext cx="4239300" cy="1205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lang="en" sz="1200">
                <a:solidFill>
                  <a:schemeClr val="accent1"/>
                </a:solidFill>
                <a:latin typeface="Lexend Light"/>
                <a:ea typeface="Lexend Light"/>
                <a:cs typeface="Lexend Light"/>
                <a:sym typeface="Lexend Light"/>
              </a:rPr>
              <a:t>Lorem ipsum dolor sit amet, consectetur adipiscing elit. Nunc vitae ultricies tortor. Pellentesque rhoncus congue mauris, vitae pretium congue nibh rutrum eget.</a:t>
            </a:r>
            <a:endParaRPr sz="1200">
              <a:solidFill>
                <a:schemeClr val="accent1"/>
              </a:solidFill>
              <a:latin typeface="Lexend Light"/>
              <a:ea typeface="Lexend Light"/>
              <a:cs typeface="Lexend Light"/>
              <a:sym typeface="Lexend Light"/>
            </a:endParaRPr>
          </a:p>
        </p:txBody>
      </p:sp>
      <p:sp>
        <p:nvSpPr>
          <p:cNvPr id="464" name="Google Shape;464;p26"/>
          <p:cNvSpPr txBox="1"/>
          <p:nvPr>
            <p:ph idx="5" type="subTitle"/>
          </p:nvPr>
        </p:nvSpPr>
        <p:spPr>
          <a:xfrm>
            <a:off x="464700" y="3707417"/>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65" name="Google Shape;465;p26"/>
          <p:cNvSpPr/>
          <p:nvPr/>
        </p:nvSpPr>
        <p:spPr>
          <a:xfrm>
            <a:off x="4572000" y="3591961"/>
            <a:ext cx="4239300" cy="1205100"/>
          </a:xfrm>
          <a:prstGeom prst="rect">
            <a:avLst/>
          </a:prstGeom>
          <a:solidFill>
            <a:schemeClr val="accent2"/>
          </a:solidFill>
          <a:ln cap="flat" cmpd="sng" w="19050">
            <a:solidFill>
              <a:schemeClr val="accent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accent1"/>
              </a:solidFill>
              <a:latin typeface="Lexend Light"/>
              <a:ea typeface="Lexend Light"/>
              <a:cs typeface="Lexend Light"/>
              <a:sym typeface="Lexend Light"/>
            </a:endParaRPr>
          </a:p>
        </p:txBody>
      </p:sp>
      <p:sp>
        <p:nvSpPr>
          <p:cNvPr id="466" name="Google Shape;466;p26"/>
          <p:cNvSpPr txBox="1"/>
          <p:nvPr>
            <p:ph idx="6" type="subTitle"/>
          </p:nvPr>
        </p:nvSpPr>
        <p:spPr>
          <a:xfrm>
            <a:off x="4724550" y="3707417"/>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TITLE_ONLY_1_1_1">
    <p:spTree>
      <p:nvGrpSpPr>
        <p:cNvPr id="467" name="Shape 467"/>
        <p:cNvGrpSpPr/>
        <p:nvPr/>
      </p:nvGrpSpPr>
      <p:grpSpPr>
        <a:xfrm>
          <a:off x="0" y="0"/>
          <a:ext cx="0" cy="0"/>
          <a:chOff x="0" y="0"/>
          <a:chExt cx="0" cy="0"/>
        </a:xfrm>
      </p:grpSpPr>
      <p:sp>
        <p:nvSpPr>
          <p:cNvPr id="468" name="Google Shape;46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69" name="Google Shape;469;p27"/>
          <p:cNvGrpSpPr/>
          <p:nvPr/>
        </p:nvGrpSpPr>
        <p:grpSpPr>
          <a:xfrm>
            <a:off x="0" y="-125"/>
            <a:ext cx="9144300" cy="5143500"/>
            <a:chOff x="0" y="-125"/>
            <a:chExt cx="9144300" cy="5143500"/>
          </a:xfrm>
        </p:grpSpPr>
        <p:sp>
          <p:nvSpPr>
            <p:cNvPr id="470" name="Google Shape;470;p27"/>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71" name="Google Shape;471;p27"/>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72" name="Google Shape;472;p27"/>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73" name="Google Shape;473;p27"/>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74" name="Google Shape;474;p27"/>
          <p:cNvSpPr txBox="1"/>
          <p:nvPr>
            <p:ph idx="1" type="body"/>
          </p:nvPr>
        </p:nvSpPr>
        <p:spPr>
          <a:xfrm>
            <a:off x="261775" y="4039275"/>
            <a:ext cx="5958300" cy="838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anation 1">
  <p:cSld name="ONE_COLUMN_TEXT">
    <p:bg>
      <p:bgPr>
        <a:solidFill>
          <a:schemeClr val="dk2"/>
        </a:solidFill>
      </p:bgPr>
    </p:bg>
    <p:spTree>
      <p:nvGrpSpPr>
        <p:cNvPr id="475" name="Shape 475"/>
        <p:cNvGrpSpPr/>
        <p:nvPr/>
      </p:nvGrpSpPr>
      <p:grpSpPr>
        <a:xfrm>
          <a:off x="0" y="0"/>
          <a:ext cx="0" cy="0"/>
          <a:chOff x="0" y="0"/>
          <a:chExt cx="0" cy="0"/>
        </a:xfrm>
      </p:grpSpPr>
      <p:sp>
        <p:nvSpPr>
          <p:cNvPr id="476" name="Google Shape;47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28"/>
          <p:cNvSpPr/>
          <p:nvPr/>
        </p:nvSpPr>
        <p:spPr>
          <a:xfrm>
            <a:off x="0" y="1765150"/>
            <a:ext cx="9144000" cy="3378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78" name="Google Shape;478;p28"/>
          <p:cNvSpPr txBox="1"/>
          <p:nvPr>
            <p:ph idx="1" type="body"/>
          </p:nvPr>
        </p:nvSpPr>
        <p:spPr>
          <a:xfrm>
            <a:off x="43355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479" name="Google Shape;479;p28"/>
          <p:cNvSpPr txBox="1"/>
          <p:nvPr>
            <p:ph idx="2" type="subTitle"/>
          </p:nvPr>
        </p:nvSpPr>
        <p:spPr>
          <a:xfrm>
            <a:off x="433550" y="2197100"/>
            <a:ext cx="7148400" cy="48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400"/>
              <a:buFont typeface="Spline Sans"/>
              <a:buNone/>
              <a:defRPr b="1" sz="2400">
                <a:latin typeface="Spline Sans"/>
                <a:ea typeface="Spline Sans"/>
                <a:cs typeface="Spline Sans"/>
                <a:sym typeface="Spline Sans"/>
              </a:defRPr>
            </a:lvl2pPr>
            <a:lvl3pPr lvl="2">
              <a:spcBef>
                <a:spcPts val="0"/>
              </a:spcBef>
              <a:spcAft>
                <a:spcPts val="0"/>
              </a:spcAft>
              <a:buSzPts val="2400"/>
              <a:buFont typeface="Spline Sans"/>
              <a:buNone/>
              <a:defRPr b="1" sz="2400">
                <a:latin typeface="Spline Sans"/>
                <a:ea typeface="Spline Sans"/>
                <a:cs typeface="Spline Sans"/>
                <a:sym typeface="Spline Sans"/>
              </a:defRPr>
            </a:lvl3pPr>
            <a:lvl4pPr lvl="3">
              <a:spcBef>
                <a:spcPts val="0"/>
              </a:spcBef>
              <a:spcAft>
                <a:spcPts val="0"/>
              </a:spcAft>
              <a:buSzPts val="2400"/>
              <a:buFont typeface="Spline Sans"/>
              <a:buNone/>
              <a:defRPr b="1" sz="2400">
                <a:latin typeface="Spline Sans"/>
                <a:ea typeface="Spline Sans"/>
                <a:cs typeface="Spline Sans"/>
                <a:sym typeface="Spline Sans"/>
              </a:defRPr>
            </a:lvl4pPr>
            <a:lvl5pPr lvl="4">
              <a:spcBef>
                <a:spcPts val="0"/>
              </a:spcBef>
              <a:spcAft>
                <a:spcPts val="0"/>
              </a:spcAft>
              <a:buSzPts val="2400"/>
              <a:buFont typeface="Spline Sans"/>
              <a:buNone/>
              <a:defRPr b="1" sz="2400">
                <a:latin typeface="Spline Sans"/>
                <a:ea typeface="Spline Sans"/>
                <a:cs typeface="Spline Sans"/>
                <a:sym typeface="Spline Sans"/>
              </a:defRPr>
            </a:lvl5pPr>
            <a:lvl6pPr lvl="5">
              <a:spcBef>
                <a:spcPts val="0"/>
              </a:spcBef>
              <a:spcAft>
                <a:spcPts val="0"/>
              </a:spcAft>
              <a:buSzPts val="2400"/>
              <a:buFont typeface="Spline Sans"/>
              <a:buNone/>
              <a:defRPr b="1" sz="2400">
                <a:latin typeface="Spline Sans"/>
                <a:ea typeface="Spline Sans"/>
                <a:cs typeface="Spline Sans"/>
                <a:sym typeface="Spline Sans"/>
              </a:defRPr>
            </a:lvl6pPr>
            <a:lvl7pPr lvl="6">
              <a:spcBef>
                <a:spcPts val="0"/>
              </a:spcBef>
              <a:spcAft>
                <a:spcPts val="0"/>
              </a:spcAft>
              <a:buSzPts val="2400"/>
              <a:buFont typeface="Spline Sans"/>
              <a:buNone/>
              <a:defRPr b="1" sz="2400">
                <a:latin typeface="Spline Sans"/>
                <a:ea typeface="Spline Sans"/>
                <a:cs typeface="Spline Sans"/>
                <a:sym typeface="Spline Sans"/>
              </a:defRPr>
            </a:lvl7pPr>
            <a:lvl8pPr lvl="7">
              <a:spcBef>
                <a:spcPts val="0"/>
              </a:spcBef>
              <a:spcAft>
                <a:spcPts val="0"/>
              </a:spcAft>
              <a:buSzPts val="2400"/>
              <a:buFont typeface="Spline Sans"/>
              <a:buNone/>
              <a:defRPr b="1" sz="2400">
                <a:latin typeface="Spline Sans"/>
                <a:ea typeface="Spline Sans"/>
                <a:cs typeface="Spline Sans"/>
                <a:sym typeface="Spline Sans"/>
              </a:defRPr>
            </a:lvl8pPr>
            <a:lvl9pPr lvl="8">
              <a:spcBef>
                <a:spcPts val="0"/>
              </a:spcBef>
              <a:spcAft>
                <a:spcPts val="0"/>
              </a:spcAft>
              <a:buSzPts val="2400"/>
              <a:buFont typeface="Spline Sans"/>
              <a:buNone/>
              <a:defRPr b="1" sz="2400">
                <a:latin typeface="Spline Sans"/>
                <a:ea typeface="Spline Sans"/>
                <a:cs typeface="Spline Sans"/>
                <a:sym typeface="Spline Sans"/>
              </a:defRPr>
            </a:lvl9pPr>
          </a:lstStyle>
          <a:p/>
        </p:txBody>
      </p:sp>
      <p:sp>
        <p:nvSpPr>
          <p:cNvPr id="480" name="Google Shape;480;p28"/>
          <p:cNvSpPr txBox="1"/>
          <p:nvPr>
            <p:ph idx="3" type="body"/>
          </p:nvPr>
        </p:nvSpPr>
        <p:spPr>
          <a:xfrm>
            <a:off x="433550" y="2914750"/>
            <a:ext cx="7148400" cy="174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1" name="Google Shape;481;p28"/>
          <p:cNvSpPr txBox="1"/>
          <p:nvPr>
            <p:ph idx="4" type="body"/>
          </p:nvPr>
        </p:nvSpPr>
        <p:spPr>
          <a:xfrm>
            <a:off x="1181100" y="689575"/>
            <a:ext cx="6934200" cy="1079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2" name="Google Shape;482;p28"/>
          <p:cNvSpPr/>
          <p:nvPr/>
        </p:nvSpPr>
        <p:spPr>
          <a:xfrm>
            <a:off x="537600" y="689575"/>
            <a:ext cx="537900" cy="1079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400">
              <a:solidFill>
                <a:schemeClr val="dk1"/>
              </a:solidFill>
              <a:latin typeface="Spline Sans"/>
              <a:ea typeface="Spline Sans"/>
              <a:cs typeface="Spline Sans"/>
              <a:sym typeface="Spline Sans"/>
            </a:endParaRPr>
          </a:p>
        </p:txBody>
      </p:sp>
      <p:sp>
        <p:nvSpPr>
          <p:cNvPr id="483" name="Google Shape;483;p28"/>
          <p:cNvSpPr txBox="1"/>
          <p:nvPr>
            <p:ph idx="5" type="subTitle"/>
          </p:nvPr>
        </p:nvSpPr>
        <p:spPr>
          <a:xfrm>
            <a:off x="532075" y="679900"/>
            <a:ext cx="548700" cy="55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800"/>
              <a:buFont typeface="Spline Sans"/>
              <a:buNone/>
              <a:defRPr b="1">
                <a:latin typeface="Spline Sans"/>
                <a:ea typeface="Spline Sans"/>
                <a:cs typeface="Spline Sans"/>
                <a:sym typeface="Spline Sans"/>
              </a:defRPr>
            </a:lvl2pPr>
            <a:lvl3pPr lvl="2">
              <a:spcBef>
                <a:spcPts val="0"/>
              </a:spcBef>
              <a:spcAft>
                <a:spcPts val="0"/>
              </a:spcAft>
              <a:buSzPts val="2800"/>
              <a:buFont typeface="Spline Sans"/>
              <a:buNone/>
              <a:defRPr b="1">
                <a:latin typeface="Spline Sans"/>
                <a:ea typeface="Spline Sans"/>
                <a:cs typeface="Spline Sans"/>
                <a:sym typeface="Spline Sans"/>
              </a:defRPr>
            </a:lvl3pPr>
            <a:lvl4pPr lvl="3">
              <a:spcBef>
                <a:spcPts val="0"/>
              </a:spcBef>
              <a:spcAft>
                <a:spcPts val="0"/>
              </a:spcAft>
              <a:buSzPts val="2800"/>
              <a:buFont typeface="Spline Sans"/>
              <a:buNone/>
              <a:defRPr b="1">
                <a:latin typeface="Spline Sans"/>
                <a:ea typeface="Spline Sans"/>
                <a:cs typeface="Spline Sans"/>
                <a:sym typeface="Spline Sans"/>
              </a:defRPr>
            </a:lvl4pPr>
            <a:lvl5pPr lvl="4">
              <a:spcBef>
                <a:spcPts val="0"/>
              </a:spcBef>
              <a:spcAft>
                <a:spcPts val="0"/>
              </a:spcAft>
              <a:buSzPts val="2800"/>
              <a:buFont typeface="Spline Sans"/>
              <a:buNone/>
              <a:defRPr b="1">
                <a:latin typeface="Spline Sans"/>
                <a:ea typeface="Spline Sans"/>
                <a:cs typeface="Spline Sans"/>
                <a:sym typeface="Spline Sans"/>
              </a:defRPr>
            </a:lvl5pPr>
            <a:lvl6pPr lvl="5">
              <a:spcBef>
                <a:spcPts val="0"/>
              </a:spcBef>
              <a:spcAft>
                <a:spcPts val="0"/>
              </a:spcAft>
              <a:buSzPts val="2800"/>
              <a:buFont typeface="Spline Sans"/>
              <a:buNone/>
              <a:defRPr b="1">
                <a:latin typeface="Spline Sans"/>
                <a:ea typeface="Spline Sans"/>
                <a:cs typeface="Spline Sans"/>
                <a:sym typeface="Spline Sans"/>
              </a:defRPr>
            </a:lvl6pPr>
            <a:lvl7pPr lvl="6">
              <a:spcBef>
                <a:spcPts val="0"/>
              </a:spcBef>
              <a:spcAft>
                <a:spcPts val="0"/>
              </a:spcAft>
              <a:buSzPts val="2800"/>
              <a:buFont typeface="Spline Sans"/>
              <a:buNone/>
              <a:defRPr b="1">
                <a:latin typeface="Spline Sans"/>
                <a:ea typeface="Spline Sans"/>
                <a:cs typeface="Spline Sans"/>
                <a:sym typeface="Spline Sans"/>
              </a:defRPr>
            </a:lvl7pPr>
            <a:lvl8pPr lvl="7">
              <a:spcBef>
                <a:spcPts val="0"/>
              </a:spcBef>
              <a:spcAft>
                <a:spcPts val="0"/>
              </a:spcAft>
              <a:buSzPts val="2800"/>
              <a:buFont typeface="Spline Sans"/>
              <a:buNone/>
              <a:defRPr b="1">
                <a:latin typeface="Spline Sans"/>
                <a:ea typeface="Spline Sans"/>
                <a:cs typeface="Spline Sans"/>
                <a:sym typeface="Spline Sans"/>
              </a:defRPr>
            </a:lvl8pPr>
            <a:lvl9pPr lvl="8">
              <a:spcBef>
                <a:spcPts val="0"/>
              </a:spcBef>
              <a:spcAft>
                <a:spcPts val="0"/>
              </a:spcAft>
              <a:buSzPts val="2800"/>
              <a:buFont typeface="Spline Sans"/>
              <a:buNone/>
              <a:defRPr b="1">
                <a:latin typeface="Spline Sans"/>
                <a:ea typeface="Spline Sans"/>
                <a:cs typeface="Spline Sans"/>
                <a:sym typeface="Spline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anation 2">
  <p:cSld name="ONE_COLUMN_TEXT_1">
    <p:bg>
      <p:bgPr>
        <a:solidFill>
          <a:schemeClr val="dk2"/>
        </a:solidFill>
      </p:bgPr>
    </p:bg>
    <p:spTree>
      <p:nvGrpSpPr>
        <p:cNvPr id="484" name="Shape 484"/>
        <p:cNvGrpSpPr/>
        <p:nvPr/>
      </p:nvGrpSpPr>
      <p:grpSpPr>
        <a:xfrm>
          <a:off x="0" y="0"/>
          <a:ext cx="0" cy="0"/>
          <a:chOff x="0" y="0"/>
          <a:chExt cx="0" cy="0"/>
        </a:xfrm>
      </p:grpSpPr>
      <p:sp>
        <p:nvSpPr>
          <p:cNvPr id="485" name="Google Shape;485;p29"/>
          <p:cNvSpPr/>
          <p:nvPr/>
        </p:nvSpPr>
        <p:spPr>
          <a:xfrm>
            <a:off x="0" y="1227375"/>
            <a:ext cx="9144000" cy="391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29"/>
          <p:cNvSpPr txBox="1"/>
          <p:nvPr>
            <p:ph idx="1" type="body"/>
          </p:nvPr>
        </p:nvSpPr>
        <p:spPr>
          <a:xfrm>
            <a:off x="43355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488" name="Google Shape;488;p29"/>
          <p:cNvSpPr txBox="1"/>
          <p:nvPr>
            <p:ph idx="2" type="subTitle"/>
          </p:nvPr>
        </p:nvSpPr>
        <p:spPr>
          <a:xfrm>
            <a:off x="433550" y="1673375"/>
            <a:ext cx="4100400" cy="48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400"/>
              <a:buFont typeface="Spline Sans"/>
              <a:buNone/>
              <a:defRPr b="1" sz="2400">
                <a:latin typeface="Spline Sans"/>
                <a:ea typeface="Spline Sans"/>
                <a:cs typeface="Spline Sans"/>
                <a:sym typeface="Spline Sans"/>
              </a:defRPr>
            </a:lvl2pPr>
            <a:lvl3pPr lvl="2">
              <a:spcBef>
                <a:spcPts val="0"/>
              </a:spcBef>
              <a:spcAft>
                <a:spcPts val="0"/>
              </a:spcAft>
              <a:buSzPts val="2400"/>
              <a:buFont typeface="Spline Sans"/>
              <a:buNone/>
              <a:defRPr b="1" sz="2400">
                <a:latin typeface="Spline Sans"/>
                <a:ea typeface="Spline Sans"/>
                <a:cs typeface="Spline Sans"/>
                <a:sym typeface="Spline Sans"/>
              </a:defRPr>
            </a:lvl3pPr>
            <a:lvl4pPr lvl="3">
              <a:spcBef>
                <a:spcPts val="0"/>
              </a:spcBef>
              <a:spcAft>
                <a:spcPts val="0"/>
              </a:spcAft>
              <a:buSzPts val="2400"/>
              <a:buFont typeface="Spline Sans"/>
              <a:buNone/>
              <a:defRPr b="1" sz="2400">
                <a:latin typeface="Spline Sans"/>
                <a:ea typeface="Spline Sans"/>
                <a:cs typeface="Spline Sans"/>
                <a:sym typeface="Spline Sans"/>
              </a:defRPr>
            </a:lvl4pPr>
            <a:lvl5pPr lvl="4">
              <a:spcBef>
                <a:spcPts val="0"/>
              </a:spcBef>
              <a:spcAft>
                <a:spcPts val="0"/>
              </a:spcAft>
              <a:buSzPts val="2400"/>
              <a:buFont typeface="Spline Sans"/>
              <a:buNone/>
              <a:defRPr b="1" sz="2400">
                <a:latin typeface="Spline Sans"/>
                <a:ea typeface="Spline Sans"/>
                <a:cs typeface="Spline Sans"/>
                <a:sym typeface="Spline Sans"/>
              </a:defRPr>
            </a:lvl5pPr>
            <a:lvl6pPr lvl="5">
              <a:spcBef>
                <a:spcPts val="0"/>
              </a:spcBef>
              <a:spcAft>
                <a:spcPts val="0"/>
              </a:spcAft>
              <a:buSzPts val="2400"/>
              <a:buFont typeface="Spline Sans"/>
              <a:buNone/>
              <a:defRPr b="1" sz="2400">
                <a:latin typeface="Spline Sans"/>
                <a:ea typeface="Spline Sans"/>
                <a:cs typeface="Spline Sans"/>
                <a:sym typeface="Spline Sans"/>
              </a:defRPr>
            </a:lvl6pPr>
            <a:lvl7pPr lvl="6">
              <a:spcBef>
                <a:spcPts val="0"/>
              </a:spcBef>
              <a:spcAft>
                <a:spcPts val="0"/>
              </a:spcAft>
              <a:buSzPts val="2400"/>
              <a:buFont typeface="Spline Sans"/>
              <a:buNone/>
              <a:defRPr b="1" sz="2400">
                <a:latin typeface="Spline Sans"/>
                <a:ea typeface="Spline Sans"/>
                <a:cs typeface="Spline Sans"/>
                <a:sym typeface="Spline Sans"/>
              </a:defRPr>
            </a:lvl7pPr>
            <a:lvl8pPr lvl="7">
              <a:spcBef>
                <a:spcPts val="0"/>
              </a:spcBef>
              <a:spcAft>
                <a:spcPts val="0"/>
              </a:spcAft>
              <a:buSzPts val="2400"/>
              <a:buFont typeface="Spline Sans"/>
              <a:buNone/>
              <a:defRPr b="1" sz="2400">
                <a:latin typeface="Spline Sans"/>
                <a:ea typeface="Spline Sans"/>
                <a:cs typeface="Spline Sans"/>
                <a:sym typeface="Spline Sans"/>
              </a:defRPr>
            </a:lvl8pPr>
            <a:lvl9pPr lvl="8">
              <a:spcBef>
                <a:spcPts val="0"/>
              </a:spcBef>
              <a:spcAft>
                <a:spcPts val="0"/>
              </a:spcAft>
              <a:buSzPts val="2400"/>
              <a:buFont typeface="Spline Sans"/>
              <a:buNone/>
              <a:defRPr b="1" sz="2400">
                <a:latin typeface="Spline Sans"/>
                <a:ea typeface="Spline Sans"/>
                <a:cs typeface="Spline Sans"/>
                <a:sym typeface="Spline Sans"/>
              </a:defRPr>
            </a:lvl9pPr>
          </a:lstStyle>
          <a:p/>
        </p:txBody>
      </p:sp>
      <p:sp>
        <p:nvSpPr>
          <p:cNvPr id="489" name="Google Shape;489;p29"/>
          <p:cNvSpPr txBox="1"/>
          <p:nvPr>
            <p:ph idx="3" type="body"/>
          </p:nvPr>
        </p:nvSpPr>
        <p:spPr>
          <a:xfrm>
            <a:off x="433550" y="2391025"/>
            <a:ext cx="3795600" cy="2382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0" name="Google Shape;490;p29"/>
          <p:cNvSpPr txBox="1"/>
          <p:nvPr>
            <p:ph idx="4" type="body"/>
          </p:nvPr>
        </p:nvSpPr>
        <p:spPr>
          <a:xfrm>
            <a:off x="1181100" y="692750"/>
            <a:ext cx="6934200" cy="5379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1" name="Google Shape;491;p29"/>
          <p:cNvSpPr/>
          <p:nvPr/>
        </p:nvSpPr>
        <p:spPr>
          <a:xfrm>
            <a:off x="537600" y="689575"/>
            <a:ext cx="537900" cy="5379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400">
              <a:solidFill>
                <a:schemeClr val="dk1"/>
              </a:solidFill>
              <a:latin typeface="Spline Sans"/>
              <a:ea typeface="Spline Sans"/>
              <a:cs typeface="Spline Sans"/>
              <a:sym typeface="Spline Sans"/>
            </a:endParaRPr>
          </a:p>
        </p:txBody>
      </p:sp>
      <p:sp>
        <p:nvSpPr>
          <p:cNvPr id="492" name="Google Shape;492;p29"/>
          <p:cNvSpPr txBox="1"/>
          <p:nvPr>
            <p:ph idx="5" type="subTitle"/>
          </p:nvPr>
        </p:nvSpPr>
        <p:spPr>
          <a:xfrm>
            <a:off x="532075" y="679900"/>
            <a:ext cx="548700" cy="55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800"/>
              <a:buFont typeface="Spline Sans"/>
              <a:buNone/>
              <a:defRPr b="1">
                <a:latin typeface="Spline Sans"/>
                <a:ea typeface="Spline Sans"/>
                <a:cs typeface="Spline Sans"/>
                <a:sym typeface="Spline Sans"/>
              </a:defRPr>
            </a:lvl2pPr>
            <a:lvl3pPr lvl="2">
              <a:spcBef>
                <a:spcPts val="0"/>
              </a:spcBef>
              <a:spcAft>
                <a:spcPts val="0"/>
              </a:spcAft>
              <a:buSzPts val="2800"/>
              <a:buFont typeface="Spline Sans"/>
              <a:buNone/>
              <a:defRPr b="1">
                <a:latin typeface="Spline Sans"/>
                <a:ea typeface="Spline Sans"/>
                <a:cs typeface="Spline Sans"/>
                <a:sym typeface="Spline Sans"/>
              </a:defRPr>
            </a:lvl3pPr>
            <a:lvl4pPr lvl="3">
              <a:spcBef>
                <a:spcPts val="0"/>
              </a:spcBef>
              <a:spcAft>
                <a:spcPts val="0"/>
              </a:spcAft>
              <a:buSzPts val="2800"/>
              <a:buFont typeface="Spline Sans"/>
              <a:buNone/>
              <a:defRPr b="1">
                <a:latin typeface="Spline Sans"/>
                <a:ea typeface="Spline Sans"/>
                <a:cs typeface="Spline Sans"/>
                <a:sym typeface="Spline Sans"/>
              </a:defRPr>
            </a:lvl4pPr>
            <a:lvl5pPr lvl="4">
              <a:spcBef>
                <a:spcPts val="0"/>
              </a:spcBef>
              <a:spcAft>
                <a:spcPts val="0"/>
              </a:spcAft>
              <a:buSzPts val="2800"/>
              <a:buFont typeface="Spline Sans"/>
              <a:buNone/>
              <a:defRPr b="1">
                <a:latin typeface="Spline Sans"/>
                <a:ea typeface="Spline Sans"/>
                <a:cs typeface="Spline Sans"/>
                <a:sym typeface="Spline Sans"/>
              </a:defRPr>
            </a:lvl5pPr>
            <a:lvl6pPr lvl="5">
              <a:spcBef>
                <a:spcPts val="0"/>
              </a:spcBef>
              <a:spcAft>
                <a:spcPts val="0"/>
              </a:spcAft>
              <a:buSzPts val="2800"/>
              <a:buFont typeface="Spline Sans"/>
              <a:buNone/>
              <a:defRPr b="1">
                <a:latin typeface="Spline Sans"/>
                <a:ea typeface="Spline Sans"/>
                <a:cs typeface="Spline Sans"/>
                <a:sym typeface="Spline Sans"/>
              </a:defRPr>
            </a:lvl6pPr>
            <a:lvl7pPr lvl="6">
              <a:spcBef>
                <a:spcPts val="0"/>
              </a:spcBef>
              <a:spcAft>
                <a:spcPts val="0"/>
              </a:spcAft>
              <a:buSzPts val="2800"/>
              <a:buFont typeface="Spline Sans"/>
              <a:buNone/>
              <a:defRPr b="1">
                <a:latin typeface="Spline Sans"/>
                <a:ea typeface="Spline Sans"/>
                <a:cs typeface="Spline Sans"/>
                <a:sym typeface="Spline Sans"/>
              </a:defRPr>
            </a:lvl7pPr>
            <a:lvl8pPr lvl="7">
              <a:spcBef>
                <a:spcPts val="0"/>
              </a:spcBef>
              <a:spcAft>
                <a:spcPts val="0"/>
              </a:spcAft>
              <a:buSzPts val="2800"/>
              <a:buFont typeface="Spline Sans"/>
              <a:buNone/>
              <a:defRPr b="1">
                <a:latin typeface="Spline Sans"/>
                <a:ea typeface="Spline Sans"/>
                <a:cs typeface="Spline Sans"/>
                <a:sym typeface="Spline Sans"/>
              </a:defRPr>
            </a:lvl8pPr>
            <a:lvl9pPr lvl="8">
              <a:spcBef>
                <a:spcPts val="0"/>
              </a:spcBef>
              <a:spcAft>
                <a:spcPts val="0"/>
              </a:spcAft>
              <a:buSzPts val="2800"/>
              <a:buFont typeface="Spline Sans"/>
              <a:buNone/>
              <a:defRPr b="1">
                <a:latin typeface="Spline Sans"/>
                <a:ea typeface="Spline Sans"/>
                <a:cs typeface="Spline Sans"/>
                <a:sym typeface="Spline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MAIN_POINT">
    <p:spTree>
      <p:nvGrpSpPr>
        <p:cNvPr id="493" name="Shape 493"/>
        <p:cNvGrpSpPr/>
        <p:nvPr/>
      </p:nvGrpSpPr>
      <p:grpSpPr>
        <a:xfrm>
          <a:off x="0" y="0"/>
          <a:ext cx="0" cy="0"/>
          <a:chOff x="0" y="0"/>
          <a:chExt cx="0" cy="0"/>
        </a:xfrm>
      </p:grpSpPr>
      <p:sp>
        <p:nvSpPr>
          <p:cNvPr id="494" name="Google Shape;49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5" name="Google Shape;495;p30"/>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SECTION_TITLE_AND_DESCRIPTION">
    <p:spTree>
      <p:nvGrpSpPr>
        <p:cNvPr id="496" name="Shape 496"/>
        <p:cNvGrpSpPr/>
        <p:nvPr/>
      </p:nvGrpSpPr>
      <p:grpSpPr>
        <a:xfrm>
          <a:off x="0" y="0"/>
          <a:ext cx="0" cy="0"/>
          <a:chOff x="0" y="0"/>
          <a:chExt cx="0" cy="0"/>
        </a:xfrm>
      </p:grpSpPr>
      <p:sp>
        <p:nvSpPr>
          <p:cNvPr id="497" name="Google Shape;497;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9" name="Google Shape;499;p31"/>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00" name="Google Shape;50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1pPr>
            <a:lvl2pPr lvl="1">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2pPr>
            <a:lvl3pPr lvl="2">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3pPr>
            <a:lvl4pPr lvl="3">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4pPr>
            <a:lvl5pPr lvl="4">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5pPr>
            <a:lvl6pPr lvl="5">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6pPr>
            <a:lvl7pPr lvl="6">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7pPr>
            <a:lvl8pPr lvl="7">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8pPr>
            <a:lvl9pPr lvl="8">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9pPr>
          </a:lstStyle>
          <a:p/>
        </p:txBody>
      </p:sp>
      <p:sp>
        <p:nvSpPr>
          <p:cNvPr id="7" name="Google Shape;7;p1"/>
          <p:cNvSpPr txBox="1"/>
          <p:nvPr>
            <p:ph idx="1" type="body"/>
          </p:nvPr>
        </p:nvSpPr>
        <p:spPr>
          <a:xfrm>
            <a:off x="311700" y="2221525"/>
            <a:ext cx="8520600" cy="2441700"/>
          </a:xfrm>
          <a:prstGeom prst="rect">
            <a:avLst/>
          </a:prstGeom>
          <a:noFill/>
          <a:ln>
            <a:noFill/>
          </a:ln>
        </p:spPr>
        <p:txBody>
          <a:bodyPr anchorCtr="0" anchor="t" bIns="91425" lIns="91425" spcFirstLastPara="1" rIns="91425" wrap="square" tIns="91425">
            <a:noAutofit/>
          </a:bodyPr>
          <a:lstStyle>
            <a:lvl1pPr indent="-342900" lvl="0" marL="457200">
              <a:spcBef>
                <a:spcPts val="0"/>
              </a:spcBef>
              <a:spcAft>
                <a:spcPts val="0"/>
              </a:spcAft>
              <a:buClr>
                <a:schemeClr val="dk1"/>
              </a:buClr>
              <a:buSzPts val="1800"/>
              <a:buFont typeface="Lexend Light"/>
              <a:buChar char="●"/>
              <a:defRPr sz="1800">
                <a:solidFill>
                  <a:schemeClr val="dk1"/>
                </a:solidFill>
                <a:latin typeface="Lexend Light"/>
                <a:ea typeface="Lexend Light"/>
                <a:cs typeface="Lexend Light"/>
                <a:sym typeface="Lexend Light"/>
              </a:defRPr>
            </a:lvl1pPr>
            <a:lvl2pPr indent="-317500" lvl="1" marL="9144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2pPr>
            <a:lvl3pPr indent="-317500" lvl="2" marL="13716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3pPr>
            <a:lvl4pPr indent="-317500" lvl="3" marL="18288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4pPr>
            <a:lvl5pPr indent="-317500" lvl="4" marL="22860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5pPr>
            <a:lvl6pPr indent="-317500" lvl="5" marL="27432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6pPr>
            <a:lvl7pPr indent="-317500" lvl="6" marL="32004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7pPr>
            <a:lvl8pPr indent="-317500" lvl="7" marL="36576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8pPr>
            <a:lvl9pPr indent="-317500" lvl="8" marL="41148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exend"/>
                <a:ea typeface="Lexend"/>
                <a:cs typeface="Lexend"/>
                <a:sym typeface="Lexend"/>
              </a:defRPr>
            </a:lvl1pPr>
            <a:lvl2pPr lvl="1" algn="r">
              <a:buNone/>
              <a:defRPr sz="1000">
                <a:solidFill>
                  <a:schemeClr val="dk2"/>
                </a:solidFill>
                <a:latin typeface="Lexend"/>
                <a:ea typeface="Lexend"/>
                <a:cs typeface="Lexend"/>
                <a:sym typeface="Lexend"/>
              </a:defRPr>
            </a:lvl2pPr>
            <a:lvl3pPr lvl="2" algn="r">
              <a:buNone/>
              <a:defRPr sz="1000">
                <a:solidFill>
                  <a:schemeClr val="dk2"/>
                </a:solidFill>
                <a:latin typeface="Lexend"/>
                <a:ea typeface="Lexend"/>
                <a:cs typeface="Lexend"/>
                <a:sym typeface="Lexend"/>
              </a:defRPr>
            </a:lvl3pPr>
            <a:lvl4pPr lvl="3" algn="r">
              <a:buNone/>
              <a:defRPr sz="1000">
                <a:solidFill>
                  <a:schemeClr val="dk2"/>
                </a:solidFill>
                <a:latin typeface="Lexend"/>
                <a:ea typeface="Lexend"/>
                <a:cs typeface="Lexend"/>
                <a:sym typeface="Lexend"/>
              </a:defRPr>
            </a:lvl4pPr>
            <a:lvl5pPr lvl="4" algn="r">
              <a:buNone/>
              <a:defRPr sz="1000">
                <a:solidFill>
                  <a:schemeClr val="dk2"/>
                </a:solidFill>
                <a:latin typeface="Lexend"/>
                <a:ea typeface="Lexend"/>
                <a:cs typeface="Lexend"/>
                <a:sym typeface="Lexend"/>
              </a:defRPr>
            </a:lvl5pPr>
            <a:lvl6pPr lvl="5" algn="r">
              <a:buNone/>
              <a:defRPr sz="1000">
                <a:solidFill>
                  <a:schemeClr val="dk2"/>
                </a:solidFill>
                <a:latin typeface="Lexend"/>
                <a:ea typeface="Lexend"/>
                <a:cs typeface="Lexend"/>
                <a:sym typeface="Lexend"/>
              </a:defRPr>
            </a:lvl6pPr>
            <a:lvl7pPr lvl="6" algn="r">
              <a:buNone/>
              <a:defRPr sz="1000">
                <a:solidFill>
                  <a:schemeClr val="dk2"/>
                </a:solidFill>
                <a:latin typeface="Lexend"/>
                <a:ea typeface="Lexend"/>
                <a:cs typeface="Lexend"/>
                <a:sym typeface="Lexend"/>
              </a:defRPr>
            </a:lvl7pPr>
            <a:lvl8pPr lvl="7" algn="r">
              <a:buNone/>
              <a:defRPr sz="1000">
                <a:solidFill>
                  <a:schemeClr val="dk2"/>
                </a:solidFill>
                <a:latin typeface="Lexend"/>
                <a:ea typeface="Lexend"/>
                <a:cs typeface="Lexend"/>
                <a:sym typeface="Lexend"/>
              </a:defRPr>
            </a:lvl8pPr>
            <a:lvl9pPr lvl="8" algn="r">
              <a:buNone/>
              <a:defRPr sz="1000">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2"/>
          <p:cNvSpPr txBox="1"/>
          <p:nvPr>
            <p:ph type="title"/>
          </p:nvPr>
        </p:nvSpPr>
        <p:spPr>
          <a:xfrm>
            <a:off x="1131125" y="2217025"/>
            <a:ext cx="7020900" cy="112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400"/>
              <a:t>Quantitative evaluation for PINNDE + Toy Flow-Matching Test</a:t>
            </a:r>
            <a:endParaRPr sz="3400"/>
          </a:p>
          <a:p>
            <a:pPr indent="0" lvl="0" marL="0" rtl="0" algn="ctr">
              <a:spcBef>
                <a:spcPts val="0"/>
              </a:spcBef>
              <a:spcAft>
                <a:spcPts val="0"/>
              </a:spcAft>
              <a:buNone/>
            </a:pPr>
            <a:r>
              <a:t/>
            </a:r>
            <a:endParaRPr sz="1000"/>
          </a:p>
          <a:p>
            <a:pPr indent="0" lvl="0" marL="0" rtl="0" algn="ctr">
              <a:spcBef>
                <a:spcPts val="0"/>
              </a:spcBef>
              <a:spcAft>
                <a:spcPts val="0"/>
              </a:spcAft>
              <a:buNone/>
            </a:pPr>
            <a:r>
              <a:rPr lang="en" sz="2000"/>
              <a:t>6/26 Weekly Update</a:t>
            </a:r>
            <a:endParaRPr sz="2000"/>
          </a:p>
          <a:p>
            <a:pPr indent="0" lvl="0" marL="0" rtl="0" algn="ctr">
              <a:spcBef>
                <a:spcPts val="0"/>
              </a:spcBef>
              <a:spcAft>
                <a:spcPts val="0"/>
              </a:spcAft>
              <a:buNone/>
            </a:pPr>
            <a:r>
              <a:rPr lang="en" sz="2000"/>
              <a:t>Tina</a:t>
            </a:r>
            <a:endParaRPr sz="2000"/>
          </a:p>
        </p:txBody>
      </p:sp>
      <p:cxnSp>
        <p:nvCxnSpPr>
          <p:cNvPr id="506" name="Google Shape;506;p32"/>
          <p:cNvCxnSpPr/>
          <p:nvPr/>
        </p:nvCxnSpPr>
        <p:spPr>
          <a:xfrm>
            <a:off x="1020575" y="2891500"/>
            <a:ext cx="7242000" cy="0"/>
          </a:xfrm>
          <a:prstGeom prst="straightConnector1">
            <a:avLst/>
          </a:prstGeom>
          <a:noFill/>
          <a:ln cap="flat" cmpd="sng" w="28575">
            <a:solidFill>
              <a:schemeClr val="dk2"/>
            </a:solidFill>
            <a:prstDash val="solid"/>
            <a:round/>
            <a:headEnd len="med" w="med" type="none"/>
            <a:tailEnd len="med" w="med" type="none"/>
          </a:ln>
        </p:spPr>
      </p:cxnSp>
      <p:sp>
        <p:nvSpPr>
          <p:cNvPr id="507" name="Google Shape;507;p32"/>
          <p:cNvSpPr txBox="1"/>
          <p:nvPr>
            <p:ph idx="4294967295" type="body"/>
          </p:nvPr>
        </p:nvSpPr>
        <p:spPr>
          <a:xfrm>
            <a:off x="542875" y="485950"/>
            <a:ext cx="2686800" cy="400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GoSC26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3"/>
          <p:cNvSpPr txBox="1"/>
          <p:nvPr>
            <p:ph type="title"/>
          </p:nvPr>
        </p:nvSpPr>
        <p:spPr>
          <a:xfrm>
            <a:off x="408650" y="463000"/>
            <a:ext cx="80964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Motivation: no shared metric</a:t>
            </a:r>
            <a:endParaRPr sz="3000"/>
          </a:p>
        </p:txBody>
      </p:sp>
      <p:sp>
        <p:nvSpPr>
          <p:cNvPr id="513" name="Google Shape;513;p33"/>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Evaluation Module</a:t>
            </a:r>
            <a:endParaRPr/>
          </a:p>
        </p:txBody>
      </p:sp>
      <p:sp>
        <p:nvSpPr>
          <p:cNvPr id="514" name="Google Shape;514;p33"/>
          <p:cNvSpPr txBox="1"/>
          <p:nvPr>
            <p:ph idx="3" type="body"/>
          </p:nvPr>
        </p:nvSpPr>
        <p:spPr>
          <a:xfrm>
            <a:off x="286750" y="1546250"/>
            <a:ext cx="4680600" cy="3125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400">
                <a:latin typeface="Arial"/>
                <a:ea typeface="Arial"/>
                <a:cs typeface="Arial"/>
                <a:sym typeface="Arial"/>
              </a:rPr>
              <a:t>Two PINNDE tracks: score-based (Sijil) and flow-matching (mine).</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 sz="1400">
                <a:latin typeface="Arial"/>
                <a:ea typeface="Arial"/>
                <a:cs typeface="Arial"/>
                <a:sym typeface="Arial"/>
              </a:rPr>
              <a:t>So far, validation is visual only, like corner plots, trajectory</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Since now we have 2 models, it is hard to answer which is better by eye</a:t>
            </a:r>
            <a:endParaRPr sz="1400">
              <a:latin typeface="Arial"/>
              <a:ea typeface="Arial"/>
              <a:cs typeface="Arial"/>
              <a:sym typeface="Arial"/>
            </a:endParaRPr>
          </a:p>
          <a:p>
            <a:pPr indent="0" lvl="0" marL="0" rtl="0" algn="l">
              <a:lnSpc>
                <a:spcPct val="115000"/>
              </a:lnSpc>
              <a:spcBef>
                <a:spcPts val="1200"/>
              </a:spcBef>
              <a:spcAft>
                <a:spcPts val="1200"/>
              </a:spcAft>
              <a:buNone/>
            </a:pPr>
            <a:r>
              <a:rPr lang="en" sz="1400">
                <a:latin typeface="Arial"/>
                <a:ea typeface="Arial"/>
                <a:cs typeface="Arial"/>
                <a:sym typeface="Arial"/>
              </a:rPr>
              <a:t>Thus, we need a common quantitative metric that the 2 tracks (or even more) could compare against. </a:t>
            </a:r>
            <a:endParaRPr sz="1400">
              <a:latin typeface="Arial"/>
              <a:ea typeface="Arial"/>
              <a:cs typeface="Arial"/>
              <a:sym typeface="Arial"/>
            </a:endParaRPr>
          </a:p>
        </p:txBody>
      </p:sp>
      <p:pic>
        <p:nvPicPr>
          <p:cNvPr id="515" name="Google Shape;515;p33"/>
          <p:cNvPicPr preferRelativeResize="0"/>
          <p:nvPr/>
        </p:nvPicPr>
        <p:blipFill>
          <a:blip r:embed="rId3">
            <a:alphaModFix/>
          </a:blip>
          <a:stretch>
            <a:fillRect/>
          </a:stretch>
        </p:blipFill>
        <p:spPr>
          <a:xfrm>
            <a:off x="5119750" y="1457200"/>
            <a:ext cx="3871849" cy="289416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4"/>
          <p:cNvSpPr txBox="1"/>
          <p:nvPr>
            <p:ph type="title"/>
          </p:nvPr>
        </p:nvSpPr>
        <p:spPr>
          <a:xfrm>
            <a:off x="408650" y="463000"/>
            <a:ext cx="80964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Metrics</a:t>
            </a:r>
            <a:r>
              <a:rPr lang="en" sz="3000"/>
              <a:t> included</a:t>
            </a:r>
            <a:endParaRPr/>
          </a:p>
        </p:txBody>
      </p:sp>
      <p:sp>
        <p:nvSpPr>
          <p:cNvPr id="521" name="Google Shape;521;p34"/>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Evaluation Module</a:t>
            </a:r>
            <a:endParaRPr/>
          </a:p>
        </p:txBody>
      </p:sp>
      <p:sp>
        <p:nvSpPr>
          <p:cNvPr id="522" name="Google Shape;522;p34"/>
          <p:cNvSpPr txBox="1"/>
          <p:nvPr>
            <p:ph idx="3" type="body"/>
          </p:nvPr>
        </p:nvSpPr>
        <p:spPr>
          <a:xfrm>
            <a:off x="286750" y="1546250"/>
            <a:ext cx="5622600" cy="31257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Font typeface="Arial"/>
              <a:buAutoNum type="arabicPeriod"/>
            </a:pPr>
            <a:r>
              <a:rPr lang="en" sz="1400">
                <a:latin typeface="Arial"/>
                <a:ea typeface="Arial"/>
                <a:cs typeface="Arial"/>
                <a:sym typeface="Arial"/>
              </a:rPr>
              <a:t>Real-time monitors - Is the training converging?</a:t>
            </a:r>
            <a:br>
              <a:rPr lang="en" sz="1400">
                <a:latin typeface="Arial"/>
                <a:ea typeface="Arial"/>
                <a:cs typeface="Arial"/>
                <a:sym typeface="Arial"/>
              </a:rPr>
            </a:br>
            <a:r>
              <a:rPr lang="en" sz="1400">
                <a:latin typeface="Arial"/>
                <a:ea typeface="Arial"/>
                <a:cs typeface="Arial"/>
                <a:sym typeface="Arial"/>
              </a:rPr>
              <a:t>- Metrics: MMD, sliced-Wasserstein</a:t>
            </a:r>
            <a:br>
              <a:rPr lang="e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AutoNum type="arabicPeriod"/>
            </a:pPr>
            <a:r>
              <a:rPr lang="en" sz="1400">
                <a:latin typeface="Arial"/>
                <a:ea typeface="Arial"/>
                <a:cs typeface="Arial"/>
                <a:sym typeface="Arial"/>
              </a:rPr>
              <a:t>Distances between distributions</a:t>
            </a:r>
            <a:br>
              <a:rPr lang="en" sz="1400">
                <a:latin typeface="Arial"/>
                <a:ea typeface="Arial"/>
                <a:cs typeface="Arial"/>
                <a:sym typeface="Arial"/>
              </a:rPr>
            </a:br>
            <a:r>
              <a:rPr lang="en" sz="1400">
                <a:latin typeface="Arial"/>
                <a:ea typeface="Arial"/>
                <a:cs typeface="Arial"/>
                <a:sym typeface="Arial"/>
              </a:rPr>
              <a:t>- Metrics: FPD, KPD, per-feature Wasserstein</a:t>
            </a:r>
            <a:br>
              <a:rPr lang="en"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AutoNum type="arabicPeriod"/>
            </a:pPr>
            <a:r>
              <a:rPr lang="en" sz="1400">
                <a:latin typeface="Arial"/>
                <a:ea typeface="Arial"/>
                <a:cs typeface="Arial"/>
                <a:sym typeface="Arial"/>
              </a:rPr>
              <a:t>Standard tests - tell real from generated</a:t>
            </a:r>
            <a:br>
              <a:rPr lang="en" sz="1400">
                <a:latin typeface="Arial"/>
                <a:ea typeface="Arial"/>
                <a:cs typeface="Arial"/>
                <a:sym typeface="Arial"/>
              </a:rPr>
            </a:br>
            <a:r>
              <a:rPr lang="en" sz="1400">
                <a:latin typeface="Arial"/>
                <a:ea typeface="Arial"/>
                <a:cs typeface="Arial"/>
                <a:sym typeface="Arial"/>
              </a:rPr>
              <a:t>- Metrics: classifier AUC, histogram χ²</a:t>
            </a:r>
            <a:endParaRPr sz="1400">
              <a:latin typeface="Arial"/>
              <a:ea typeface="Arial"/>
              <a:cs typeface="Arial"/>
              <a:sym typeface="Arial"/>
            </a:endParaRPr>
          </a:p>
        </p:txBody>
      </p:sp>
      <p:pic>
        <p:nvPicPr>
          <p:cNvPr id="523" name="Google Shape;523;p34" title="Screenshot 2026-06-26 at 10.25.01 PM.png"/>
          <p:cNvPicPr preferRelativeResize="0"/>
          <p:nvPr/>
        </p:nvPicPr>
        <p:blipFill>
          <a:blip r:embed="rId3">
            <a:alphaModFix/>
          </a:blip>
          <a:stretch>
            <a:fillRect/>
          </a:stretch>
        </p:blipFill>
        <p:spPr>
          <a:xfrm>
            <a:off x="4461450" y="2482400"/>
            <a:ext cx="4434276" cy="1834151"/>
          </a:xfrm>
          <a:prstGeom prst="rect">
            <a:avLst/>
          </a:prstGeom>
          <a:noFill/>
          <a:ln>
            <a:noFill/>
          </a:ln>
        </p:spPr>
      </p:pic>
      <p:pic>
        <p:nvPicPr>
          <p:cNvPr id="524" name="Google Shape;524;p34"/>
          <p:cNvPicPr preferRelativeResize="0"/>
          <p:nvPr/>
        </p:nvPicPr>
        <p:blipFill>
          <a:blip r:embed="rId4">
            <a:alphaModFix/>
          </a:blip>
          <a:stretch>
            <a:fillRect/>
          </a:stretch>
        </p:blipFill>
        <p:spPr>
          <a:xfrm>
            <a:off x="4512925" y="295600"/>
            <a:ext cx="2635175" cy="2108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5"/>
          <p:cNvSpPr txBox="1"/>
          <p:nvPr>
            <p:ph idx="3" type="body"/>
          </p:nvPr>
        </p:nvSpPr>
        <p:spPr>
          <a:xfrm>
            <a:off x="433550" y="1492800"/>
            <a:ext cx="4646100" cy="2157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50">
                <a:latin typeface="Roboto"/>
                <a:ea typeface="Roboto"/>
                <a:cs typeface="Roboto"/>
                <a:sym typeface="Roboto"/>
              </a:rPr>
              <a:t>Run every few hundred steps on ~1–5k samples. </a:t>
            </a:r>
            <a:br>
              <a:rPr lang="en" sz="1150">
                <a:latin typeface="Roboto"/>
                <a:ea typeface="Roboto"/>
                <a:cs typeface="Roboto"/>
                <a:sym typeface="Roboto"/>
              </a:rPr>
            </a:br>
            <a:endParaRPr sz="1150">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chemeClr val="lt1"/>
                </a:solidFill>
                <a:highlight>
                  <a:srgbClr val="188038"/>
                </a:highlight>
                <a:latin typeface="Courier New"/>
                <a:ea typeface="Courier New"/>
                <a:cs typeface="Courier New"/>
                <a:sym typeface="Courier New"/>
              </a:rPr>
              <a:t>mmd(real, gen)</a:t>
            </a:r>
            <a:r>
              <a:rPr lang="en" sz="1150">
                <a:latin typeface="Roboto"/>
                <a:ea typeface="Roboto"/>
                <a:cs typeface="Roboto"/>
                <a:sym typeface="Roboto"/>
              </a:rPr>
              <a:t> → float</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unbiased squared Maximum Mean Discrepancy with a Gaussian RBF kernel; bandwidth set by the median heuristic.</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overall </a:t>
            </a:r>
            <a:r>
              <a:rPr b="1" lang="en" sz="1150">
                <a:latin typeface="Roboto"/>
                <a:ea typeface="Roboto"/>
                <a:cs typeface="Roboto"/>
                <a:sym typeface="Roboto"/>
              </a:rPr>
              <a:t>distributional mismatch</a:t>
            </a:r>
            <a:r>
              <a:rPr lang="en" sz="1150">
                <a:latin typeface="Roboto"/>
                <a:ea typeface="Roboto"/>
                <a:cs typeface="Roboto"/>
                <a:sym typeface="Roboto"/>
              </a:rPr>
              <a:t> across all features at once. ≈0 means matched; can be slightly negative (unbiased estimator).</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Use:</a:t>
            </a:r>
            <a:r>
              <a:rPr lang="en" sz="1150">
                <a:latin typeface="Roboto"/>
                <a:ea typeface="Roboto"/>
                <a:cs typeface="Roboto"/>
                <a:sym typeface="Roboto"/>
              </a:rPr>
              <a:t> </a:t>
            </a:r>
            <a:r>
              <a:rPr lang="en" sz="1150">
                <a:latin typeface="Courier New"/>
                <a:ea typeface="Courier New"/>
                <a:cs typeface="Courier New"/>
                <a:sym typeface="Courier New"/>
              </a:rPr>
              <a:t>m = mmd(real_batch, gen_batch)</a:t>
            </a:r>
            <a:r>
              <a:rPr lang="en" sz="1150">
                <a:latin typeface="Roboto"/>
                <a:ea typeface="Roboto"/>
                <a:cs typeface="Roboto"/>
                <a:sym typeface="Roboto"/>
              </a:rPr>
              <a:t> — log it as a convergence curve.</a:t>
            </a:r>
            <a:endParaRPr sz="1150">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chemeClr val="lt1"/>
                </a:solidFill>
                <a:highlight>
                  <a:srgbClr val="188038"/>
                </a:highlight>
                <a:latin typeface="Courier New"/>
                <a:ea typeface="Courier New"/>
                <a:cs typeface="Courier New"/>
                <a:sym typeface="Courier New"/>
              </a:rPr>
              <a:t>swd(real, gen, n_projections=128)</a:t>
            </a:r>
            <a:r>
              <a:rPr lang="en" sz="1150">
                <a:latin typeface="Roboto"/>
                <a:ea typeface="Roboto"/>
                <a:cs typeface="Roboto"/>
                <a:sym typeface="Roboto"/>
              </a:rPr>
              <a:t> → float</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sliced Wasserstein — average 1-D Wasserstein-1 over random projections. Much faster than </a:t>
            </a:r>
            <a:r>
              <a:rPr lang="en" sz="1150">
                <a:latin typeface="Roboto"/>
                <a:ea typeface="Roboto"/>
                <a:cs typeface="Roboto"/>
                <a:sym typeface="Roboto"/>
              </a:rPr>
              <a:t>traditional</a:t>
            </a:r>
            <a:r>
              <a:rPr lang="en" sz="1150">
                <a:latin typeface="Roboto"/>
                <a:ea typeface="Roboto"/>
                <a:cs typeface="Roboto"/>
                <a:sym typeface="Roboto"/>
              </a:rPr>
              <a:t> </a:t>
            </a:r>
            <a:r>
              <a:rPr lang="en" sz="1150">
                <a:latin typeface="Roboto"/>
                <a:ea typeface="Roboto"/>
                <a:cs typeface="Roboto"/>
                <a:sym typeface="Roboto"/>
              </a:rPr>
              <a:t>Wasserstein</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a:t>
            </a:r>
            <a:r>
              <a:rPr lang="en" sz="1150">
                <a:latin typeface="Roboto"/>
                <a:ea typeface="Roboto"/>
                <a:cs typeface="Roboto"/>
                <a:sym typeface="Roboto"/>
              </a:rPr>
              <a:t>transport cost (how far samples must move to match); has real distance units</a:t>
            </a:r>
            <a:r>
              <a:rPr lang="en" sz="1150">
                <a:latin typeface="Roboto"/>
                <a:ea typeface="Roboto"/>
                <a:cs typeface="Roboto"/>
                <a:sym typeface="Roboto"/>
              </a:rPr>
              <a:t>, lower = closer.</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Use:</a:t>
            </a:r>
            <a:r>
              <a:rPr lang="en" sz="1150">
                <a:latin typeface="Roboto"/>
                <a:ea typeface="Roboto"/>
                <a:cs typeface="Roboto"/>
                <a:sym typeface="Roboto"/>
              </a:rPr>
              <a:t> </a:t>
            </a:r>
            <a:r>
              <a:rPr lang="en" sz="1150">
                <a:latin typeface="Courier New"/>
                <a:ea typeface="Courier New"/>
                <a:cs typeface="Courier New"/>
                <a:sym typeface="Courier New"/>
              </a:rPr>
              <a:t>s = swd(real_batch, gen_batch)</a:t>
            </a:r>
            <a:endParaRPr sz="1150"/>
          </a:p>
        </p:txBody>
      </p:sp>
      <p:sp>
        <p:nvSpPr>
          <p:cNvPr id="530" name="Google Shape;530;p35"/>
          <p:cNvSpPr txBox="1"/>
          <p:nvPr>
            <p:ph type="title"/>
          </p:nvPr>
        </p:nvSpPr>
        <p:spPr>
          <a:xfrm>
            <a:off x="408650" y="463000"/>
            <a:ext cx="51654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 </a:t>
            </a:r>
            <a:r>
              <a:rPr lang="en"/>
              <a:t>Real-time monitors</a:t>
            </a:r>
            <a:endParaRPr/>
          </a:p>
        </p:txBody>
      </p:sp>
      <p:sp>
        <p:nvSpPr>
          <p:cNvPr id="531" name="Google Shape;531;p35"/>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Evaluation Module</a:t>
            </a:r>
            <a:endParaRPr/>
          </a:p>
        </p:txBody>
      </p:sp>
      <p:pic>
        <p:nvPicPr>
          <p:cNvPr id="532" name="Google Shape;532;p35" title="Screenshot 2026-06-26 at 10.14.21 PM.png"/>
          <p:cNvPicPr preferRelativeResize="0"/>
          <p:nvPr/>
        </p:nvPicPr>
        <p:blipFill>
          <a:blip r:embed="rId3">
            <a:alphaModFix/>
          </a:blip>
          <a:stretch>
            <a:fillRect/>
          </a:stretch>
        </p:blipFill>
        <p:spPr>
          <a:xfrm>
            <a:off x="5162025" y="1202650"/>
            <a:ext cx="2717826" cy="1899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6"/>
          <p:cNvSpPr txBox="1"/>
          <p:nvPr>
            <p:ph type="title"/>
          </p:nvPr>
        </p:nvSpPr>
        <p:spPr>
          <a:xfrm>
            <a:off x="408650" y="463000"/>
            <a:ext cx="57231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II Distribution Distance</a:t>
            </a:r>
            <a:endParaRPr/>
          </a:p>
        </p:txBody>
      </p:sp>
      <p:sp>
        <p:nvSpPr>
          <p:cNvPr id="538" name="Google Shape;538;p36"/>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Evaluation Module</a:t>
            </a:r>
            <a:endParaRPr/>
          </a:p>
        </p:txBody>
      </p:sp>
      <p:sp>
        <p:nvSpPr>
          <p:cNvPr id="539" name="Google Shape;539;p36"/>
          <p:cNvSpPr/>
          <p:nvPr/>
        </p:nvSpPr>
        <p:spPr>
          <a:xfrm>
            <a:off x="0" y="1374600"/>
            <a:ext cx="7406400" cy="3768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40" name="Google Shape;540;p36"/>
          <p:cNvSpPr txBox="1"/>
          <p:nvPr>
            <p:ph idx="3" type="body"/>
          </p:nvPr>
        </p:nvSpPr>
        <p:spPr>
          <a:xfrm>
            <a:off x="408650" y="1374600"/>
            <a:ext cx="6357900" cy="2157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50">
                <a:latin typeface="Roboto"/>
                <a:ea typeface="Roboto"/>
                <a:cs typeface="Roboto"/>
                <a:sym typeface="Roboto"/>
              </a:rPr>
              <a:t>Statistically grounded, comparable across models, come with error bars.</a:t>
            </a:r>
            <a:endParaRPr sz="1150">
              <a:latin typeface="Roboto"/>
              <a:ea typeface="Roboto"/>
              <a:cs typeface="Roboto"/>
              <a:sym typeface="Roboto"/>
            </a:endParaRPr>
          </a:p>
          <a:p>
            <a:pPr indent="0" lvl="0" marL="0" rtl="0" algn="l">
              <a:lnSpc>
                <a:spcPct val="115000"/>
              </a:lnSpc>
              <a:spcBef>
                <a:spcPts val="0"/>
              </a:spcBef>
              <a:spcAft>
                <a:spcPts val="0"/>
              </a:spcAft>
              <a:buNone/>
            </a:pPr>
            <a:r>
              <a:rPr lang="en" sz="1150">
                <a:solidFill>
                  <a:schemeClr val="lt1"/>
                </a:solidFill>
                <a:highlight>
                  <a:srgbClr val="188038"/>
                </a:highlight>
                <a:latin typeface="Courier New"/>
                <a:ea typeface="Courier New"/>
                <a:cs typeface="Courier New"/>
                <a:sym typeface="Courier New"/>
              </a:rPr>
              <a:t>wasserstein_per_feature(real, gen)</a:t>
            </a:r>
            <a:r>
              <a:rPr lang="en" sz="1150">
                <a:latin typeface="Roboto"/>
                <a:ea typeface="Roboto"/>
                <a:cs typeface="Roboto"/>
                <a:sym typeface="Roboto"/>
              </a:rPr>
              <a:t> → array (length d)</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exact 1-D Wasserstein-1 distance, per coordinate </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which </a:t>
            </a:r>
            <a:r>
              <a:rPr i="1" lang="en" sz="1150">
                <a:latin typeface="Roboto"/>
                <a:ea typeface="Roboto"/>
                <a:cs typeface="Roboto"/>
                <a:sym typeface="Roboto"/>
              </a:rPr>
              <a:t>individual</a:t>
            </a:r>
            <a:r>
              <a:rPr lang="en" sz="1150">
                <a:latin typeface="Roboto"/>
                <a:ea typeface="Roboto"/>
                <a:cs typeface="Roboto"/>
                <a:sym typeface="Roboto"/>
              </a:rPr>
              <a:t> feature is mismatched, it localizes the error.</a:t>
            </a:r>
            <a:endParaRPr sz="1150">
              <a:latin typeface="Roboto"/>
              <a:ea typeface="Roboto"/>
              <a:cs typeface="Roboto"/>
              <a:sym typeface="Roboto"/>
            </a:endParaRPr>
          </a:p>
          <a:p>
            <a:pPr indent="0" lvl="0" marL="0" rtl="0" algn="l">
              <a:lnSpc>
                <a:spcPct val="115000"/>
              </a:lnSpc>
              <a:spcBef>
                <a:spcPts val="0"/>
              </a:spcBef>
              <a:spcAft>
                <a:spcPts val="0"/>
              </a:spcAft>
              <a:buNone/>
            </a:pPr>
            <a:r>
              <a:t/>
            </a:r>
            <a:endParaRPr sz="1150">
              <a:latin typeface="Roboto"/>
              <a:ea typeface="Roboto"/>
              <a:cs typeface="Roboto"/>
              <a:sym typeface="Roboto"/>
            </a:endParaRPr>
          </a:p>
          <a:p>
            <a:pPr indent="0" lvl="0" marL="0" rtl="0" algn="l">
              <a:lnSpc>
                <a:spcPct val="115000"/>
              </a:lnSpc>
              <a:spcBef>
                <a:spcPts val="0"/>
              </a:spcBef>
              <a:spcAft>
                <a:spcPts val="0"/>
              </a:spcAft>
              <a:buNone/>
            </a:pPr>
            <a:r>
              <a:rPr lang="en" sz="1150">
                <a:solidFill>
                  <a:schemeClr val="lt1"/>
                </a:solidFill>
                <a:highlight>
                  <a:srgbClr val="188038"/>
                </a:highlight>
                <a:latin typeface="Courier New"/>
                <a:ea typeface="Courier New"/>
                <a:cs typeface="Courier New"/>
                <a:sym typeface="Courier New"/>
              </a:rPr>
              <a:t>fpd(real, gen)</a:t>
            </a:r>
            <a:r>
              <a:rPr lang="en" sz="1150">
                <a:latin typeface="Roboto"/>
                <a:ea typeface="Roboto"/>
                <a:cs typeface="Roboto"/>
                <a:sym typeface="Roboto"/>
              </a:rPr>
              <a:t> → (value, error)</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Fréchet physics distance — 2-Wasserstein between Gaussian fits, with jetnet's infinite-sample extrapolation.</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mismatch in mean + covariance; the standard generative-quality number. ~0 (within error) = match.</a:t>
            </a:r>
            <a:endParaRPr sz="1150">
              <a:latin typeface="Roboto"/>
              <a:ea typeface="Roboto"/>
              <a:cs typeface="Roboto"/>
              <a:sym typeface="Roboto"/>
            </a:endParaRPr>
          </a:p>
          <a:p>
            <a:pPr indent="0" lvl="0" marL="457200" rtl="0" algn="l">
              <a:lnSpc>
                <a:spcPct val="115000"/>
              </a:lnSpc>
              <a:spcBef>
                <a:spcPts val="0"/>
              </a:spcBef>
              <a:spcAft>
                <a:spcPts val="0"/>
              </a:spcAft>
              <a:buNone/>
            </a:pPr>
            <a:r>
              <a:t/>
            </a:r>
            <a:endParaRPr sz="1150">
              <a:latin typeface="Roboto"/>
              <a:ea typeface="Roboto"/>
              <a:cs typeface="Roboto"/>
              <a:sym typeface="Roboto"/>
            </a:endParaRPr>
          </a:p>
          <a:p>
            <a:pPr indent="0" lvl="0" marL="0" rtl="0" algn="l">
              <a:lnSpc>
                <a:spcPct val="115000"/>
              </a:lnSpc>
              <a:spcBef>
                <a:spcPts val="0"/>
              </a:spcBef>
              <a:spcAft>
                <a:spcPts val="0"/>
              </a:spcAft>
              <a:buNone/>
            </a:pPr>
            <a:r>
              <a:rPr lang="en" sz="1150">
                <a:solidFill>
                  <a:schemeClr val="lt1"/>
                </a:solidFill>
                <a:highlight>
                  <a:srgbClr val="188038"/>
                </a:highlight>
                <a:latin typeface="Courier New"/>
                <a:ea typeface="Courier New"/>
                <a:cs typeface="Courier New"/>
                <a:sym typeface="Courier New"/>
              </a:rPr>
              <a:t>kpd(real, gen)</a:t>
            </a:r>
            <a:r>
              <a:rPr lang="en" sz="1150">
                <a:latin typeface="Roboto"/>
                <a:ea typeface="Roboto"/>
                <a:cs typeface="Roboto"/>
                <a:sym typeface="Roboto"/>
              </a:rPr>
              <a:t> → (median, error)</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kernel physics distance — polynomial-kernel MMD, batched.</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higher-moment mismatch the Gaussian-based FPD can miss; robust median + uncertainty.</a:t>
            </a:r>
            <a:endParaRPr sz="1150">
              <a:latin typeface="Roboto"/>
              <a:ea typeface="Roboto"/>
              <a:cs typeface="Roboto"/>
              <a:sym typeface="Roboto"/>
            </a:endParaRPr>
          </a:p>
          <a:p>
            <a:pPr indent="0" lvl="0" marL="0" rtl="0" algn="l">
              <a:lnSpc>
                <a:spcPct val="115000"/>
              </a:lnSpc>
              <a:spcBef>
                <a:spcPts val="0"/>
              </a:spcBef>
              <a:spcAft>
                <a:spcPts val="0"/>
              </a:spcAft>
              <a:buNone/>
            </a:pPr>
            <a:r>
              <a:t/>
            </a:r>
            <a:endParaRPr sz="1150">
              <a:latin typeface="Roboto"/>
              <a:ea typeface="Roboto"/>
              <a:cs typeface="Roboto"/>
              <a:sym typeface="Roboto"/>
            </a:endParaRPr>
          </a:p>
          <a:p>
            <a:pPr indent="0" lvl="0" marL="457200" rtl="0" algn="l">
              <a:lnSpc>
                <a:spcPct val="115000"/>
              </a:lnSpc>
              <a:spcBef>
                <a:spcPts val="0"/>
              </a:spcBef>
              <a:spcAft>
                <a:spcPts val="0"/>
              </a:spcAft>
              <a:buNone/>
            </a:pPr>
            <a:r>
              <a:t/>
            </a:r>
            <a:endParaRPr sz="1150">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7"/>
          <p:cNvSpPr txBox="1"/>
          <p:nvPr>
            <p:ph idx="3" type="body"/>
          </p:nvPr>
        </p:nvSpPr>
        <p:spPr>
          <a:xfrm>
            <a:off x="433550" y="1492800"/>
            <a:ext cx="4409700" cy="2157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50">
                <a:solidFill>
                  <a:schemeClr val="lt1"/>
                </a:solidFill>
                <a:highlight>
                  <a:srgbClr val="188038"/>
                </a:highlight>
                <a:latin typeface="Courier New"/>
                <a:ea typeface="Courier New"/>
                <a:cs typeface="Courier New"/>
                <a:sym typeface="Courier New"/>
              </a:rPr>
              <a:t>classifier_two_sample_test(real, gen, k=5)</a:t>
            </a:r>
            <a:r>
              <a:rPr lang="en" sz="1150">
                <a:latin typeface="Roboto"/>
                <a:ea typeface="Roboto"/>
                <a:cs typeface="Roboto"/>
                <a:sym typeface="Roboto"/>
              </a:rPr>
              <a:t> → (mean_auc, std_auc)</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train a small MLP to tell real from generated; report held-out AUC over k retrainings.</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whether </a:t>
            </a:r>
            <a:r>
              <a:rPr i="1" lang="en" sz="1150">
                <a:latin typeface="Roboto"/>
                <a:ea typeface="Roboto"/>
                <a:cs typeface="Roboto"/>
                <a:sym typeface="Roboto"/>
              </a:rPr>
              <a:t>any</a:t>
            </a:r>
            <a:r>
              <a:rPr lang="en" sz="1150">
                <a:latin typeface="Roboto"/>
                <a:ea typeface="Roboto"/>
                <a:cs typeface="Roboto"/>
                <a:sym typeface="Roboto"/>
              </a:rPr>
              <a:t> classifier can distinguish the two sets. AUC ≈ 0.5 = indistinguishable (ideal); → 1.0 = easily separated (bad). The std is the error bar.</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Use:</a:t>
            </a:r>
            <a:r>
              <a:rPr lang="en" sz="1150">
                <a:latin typeface="Roboto"/>
                <a:ea typeface="Roboto"/>
                <a:cs typeface="Roboto"/>
                <a:sym typeface="Roboto"/>
              </a:rPr>
              <a:t> </a:t>
            </a:r>
            <a:r>
              <a:rPr lang="en" sz="1150">
                <a:latin typeface="Courier New"/>
                <a:ea typeface="Courier New"/>
                <a:cs typeface="Courier New"/>
                <a:sym typeface="Courier New"/>
              </a:rPr>
              <a:t>auc, std = classifier_two_sample_test(real, gen)</a:t>
            </a:r>
            <a:r>
              <a:rPr lang="en" sz="1150">
                <a:latin typeface="Roboto"/>
                <a:ea typeface="Roboto"/>
                <a:cs typeface="Roboto"/>
                <a:sym typeface="Roboto"/>
              </a:rPr>
              <a:t>.</a:t>
            </a:r>
            <a:endParaRPr sz="1150">
              <a:latin typeface="Roboto"/>
              <a:ea typeface="Roboto"/>
              <a:cs typeface="Roboto"/>
              <a:sym typeface="Roboto"/>
            </a:endParaRPr>
          </a:p>
          <a:p>
            <a:pPr indent="0" lvl="0" marL="0" rtl="0" algn="l">
              <a:lnSpc>
                <a:spcPct val="115000"/>
              </a:lnSpc>
              <a:spcBef>
                <a:spcPts val="0"/>
              </a:spcBef>
              <a:spcAft>
                <a:spcPts val="0"/>
              </a:spcAft>
              <a:buNone/>
            </a:pPr>
            <a:r>
              <a:rPr lang="en" sz="1150">
                <a:solidFill>
                  <a:schemeClr val="lt1"/>
                </a:solidFill>
                <a:highlight>
                  <a:srgbClr val="188038"/>
                </a:highlight>
                <a:latin typeface="Courier New"/>
                <a:ea typeface="Courier New"/>
                <a:cs typeface="Courier New"/>
                <a:sym typeface="Courier New"/>
              </a:rPr>
              <a:t>histogram_chi2(real, gen, bins=50)</a:t>
            </a:r>
            <a:r>
              <a:rPr lang="en" sz="1150">
                <a:latin typeface="Roboto"/>
                <a:ea typeface="Roboto"/>
                <a:cs typeface="Roboto"/>
                <a:sym typeface="Roboto"/>
              </a:rPr>
              <a:t> → array (length d)</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What:</a:t>
            </a:r>
            <a:r>
              <a:rPr lang="en" sz="1150">
                <a:latin typeface="Roboto"/>
                <a:ea typeface="Roboto"/>
                <a:cs typeface="Roboto"/>
                <a:sym typeface="Roboto"/>
              </a:rPr>
              <a:t> reduced χ² between real/generated 1-D histograms, per feature (ROOT-style scaled statistic).</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Measures:</a:t>
            </a:r>
            <a:r>
              <a:rPr lang="en" sz="1150">
                <a:latin typeface="Roboto"/>
                <a:ea typeface="Roboto"/>
                <a:cs typeface="Roboto"/>
                <a:sym typeface="Roboto"/>
              </a:rPr>
              <a:t> per-feature shape agreement. ≈1 = agree within statistics; ≫1 = the marginal is off.</a:t>
            </a:r>
            <a:endParaRPr sz="1150">
              <a:latin typeface="Roboto"/>
              <a:ea typeface="Roboto"/>
              <a:cs typeface="Roboto"/>
              <a:sym typeface="Roboto"/>
            </a:endParaRPr>
          </a:p>
          <a:p>
            <a:pPr indent="-301625" lvl="0" marL="457200" rtl="0" algn="l">
              <a:lnSpc>
                <a:spcPct val="115000"/>
              </a:lnSpc>
              <a:spcBef>
                <a:spcPts val="0"/>
              </a:spcBef>
              <a:spcAft>
                <a:spcPts val="0"/>
              </a:spcAft>
              <a:buClr>
                <a:schemeClr val="dk1"/>
              </a:buClr>
              <a:buSzPts val="1150"/>
              <a:buFont typeface="Roboto"/>
              <a:buChar char="●"/>
            </a:pPr>
            <a:r>
              <a:rPr i="1" lang="en" sz="1150">
                <a:latin typeface="Roboto"/>
                <a:ea typeface="Roboto"/>
                <a:cs typeface="Roboto"/>
                <a:sym typeface="Roboto"/>
              </a:rPr>
              <a:t>Use:</a:t>
            </a:r>
            <a:r>
              <a:rPr lang="en" sz="1150">
                <a:latin typeface="Roboto"/>
                <a:ea typeface="Roboto"/>
                <a:cs typeface="Roboto"/>
                <a:sym typeface="Roboto"/>
              </a:rPr>
              <a:t> </a:t>
            </a:r>
            <a:r>
              <a:rPr lang="en" sz="1150">
                <a:latin typeface="Courier New"/>
                <a:ea typeface="Courier New"/>
                <a:cs typeface="Courier New"/>
                <a:sym typeface="Courier New"/>
              </a:rPr>
              <a:t>chi2 = histogram_chi2(real, gen)</a:t>
            </a:r>
            <a:r>
              <a:rPr lang="en" sz="1150">
                <a:latin typeface="Roboto"/>
                <a:ea typeface="Roboto"/>
                <a:cs typeface="Roboto"/>
                <a:sym typeface="Roboto"/>
              </a:rPr>
              <a:t> → mean and per-feature.</a:t>
            </a:r>
            <a:endParaRPr sz="1150">
              <a:latin typeface="Roboto"/>
              <a:ea typeface="Roboto"/>
              <a:cs typeface="Roboto"/>
              <a:sym typeface="Roboto"/>
            </a:endParaRPr>
          </a:p>
        </p:txBody>
      </p:sp>
      <p:sp>
        <p:nvSpPr>
          <p:cNvPr id="546" name="Google Shape;546;p37"/>
          <p:cNvSpPr txBox="1"/>
          <p:nvPr>
            <p:ph type="title"/>
          </p:nvPr>
        </p:nvSpPr>
        <p:spPr>
          <a:xfrm>
            <a:off x="408650" y="463000"/>
            <a:ext cx="51654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III Journal Standard</a:t>
            </a:r>
            <a:endParaRPr/>
          </a:p>
        </p:txBody>
      </p:sp>
      <p:sp>
        <p:nvSpPr>
          <p:cNvPr id="547" name="Google Shape;547;p37"/>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Evaluation Module</a:t>
            </a:r>
            <a:endParaRPr/>
          </a:p>
        </p:txBody>
      </p:sp>
      <p:pic>
        <p:nvPicPr>
          <p:cNvPr id="548" name="Google Shape;548;p37"/>
          <p:cNvPicPr preferRelativeResize="0"/>
          <p:nvPr/>
        </p:nvPicPr>
        <p:blipFill>
          <a:blip r:embed="rId3">
            <a:alphaModFix/>
          </a:blip>
          <a:stretch>
            <a:fillRect/>
          </a:stretch>
        </p:blipFill>
        <p:spPr>
          <a:xfrm>
            <a:off x="6018801" y="389749"/>
            <a:ext cx="2925373" cy="2674175"/>
          </a:xfrm>
          <a:prstGeom prst="rect">
            <a:avLst/>
          </a:prstGeom>
          <a:noFill/>
          <a:ln>
            <a:noFill/>
          </a:ln>
        </p:spPr>
      </p:pic>
      <p:pic>
        <p:nvPicPr>
          <p:cNvPr id="549" name="Google Shape;549;p37"/>
          <p:cNvPicPr preferRelativeResize="0"/>
          <p:nvPr/>
        </p:nvPicPr>
        <p:blipFill>
          <a:blip r:embed="rId4">
            <a:alphaModFix/>
          </a:blip>
          <a:stretch>
            <a:fillRect/>
          </a:stretch>
        </p:blipFill>
        <p:spPr>
          <a:xfrm>
            <a:off x="5541100" y="3137163"/>
            <a:ext cx="3403074" cy="17015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8"/>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Evaluation Test</a:t>
            </a:r>
            <a:endParaRPr/>
          </a:p>
        </p:txBody>
      </p:sp>
      <p:sp>
        <p:nvSpPr>
          <p:cNvPr id="555" name="Google Shape;555;p38"/>
          <p:cNvSpPr txBox="1"/>
          <p:nvPr>
            <p:ph idx="3" type="body"/>
          </p:nvPr>
        </p:nvSpPr>
        <p:spPr>
          <a:xfrm>
            <a:off x="433550" y="1384825"/>
            <a:ext cx="4119900" cy="2970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oboto"/>
              <a:buAutoNum type="arabicPeriod"/>
            </a:pPr>
            <a:r>
              <a:rPr lang="en">
                <a:latin typeface="Roboto"/>
                <a:ea typeface="Roboto"/>
                <a:cs typeface="Roboto"/>
                <a:sym typeface="Roboto"/>
              </a:rPr>
              <a:t>The null test: given 2 independent draws of the same distribution</a:t>
            </a:r>
            <a:endParaRPr>
              <a:latin typeface="Roboto"/>
              <a:ea typeface="Roboto"/>
              <a:cs typeface="Roboto"/>
              <a:sym typeface="Roboto"/>
            </a:endParaRPr>
          </a:p>
          <a:p>
            <a:pPr indent="-304800" lvl="0" marL="457200" rtl="0" algn="l">
              <a:spcBef>
                <a:spcPts val="0"/>
              </a:spcBef>
              <a:spcAft>
                <a:spcPts val="0"/>
              </a:spcAft>
              <a:buSzPts val="1200"/>
              <a:buFont typeface="Roboto"/>
              <a:buChar char="-"/>
            </a:pPr>
            <a:r>
              <a:rPr lang="en">
                <a:latin typeface="Roboto"/>
                <a:ea typeface="Roboto"/>
                <a:cs typeface="Roboto"/>
                <a:sym typeface="Roboto"/>
              </a:rPr>
              <a:t>AUC ≈ 0.5, χ² ≈ 1, MMD/SWD distances ≈ 0.</a:t>
            </a:r>
            <a:br>
              <a:rPr lang="en">
                <a:latin typeface="Roboto"/>
                <a:ea typeface="Roboto"/>
                <a:cs typeface="Roboto"/>
                <a:sym typeface="Roboto"/>
              </a:rPr>
            </a:br>
            <a:endParaRPr>
              <a:latin typeface="Roboto"/>
              <a:ea typeface="Roboto"/>
              <a:cs typeface="Roboto"/>
              <a:sym typeface="Roboto"/>
            </a:endParaRPr>
          </a:p>
          <a:p>
            <a:pPr indent="-304800" lvl="0" marL="457200" rtl="0" algn="l">
              <a:spcBef>
                <a:spcPts val="0"/>
              </a:spcBef>
              <a:spcAft>
                <a:spcPts val="0"/>
              </a:spcAft>
              <a:buSzPts val="1200"/>
              <a:buFont typeface="Roboto"/>
              <a:buAutoNum type="arabicPeriod"/>
            </a:pPr>
            <a:r>
              <a:rPr lang="en">
                <a:latin typeface="Roboto"/>
                <a:ea typeface="Roboto"/>
                <a:cs typeface="Roboto"/>
                <a:sym typeface="Roboto"/>
              </a:rPr>
              <a:t>Sensitivity test: perturb distribution (shift mean / scale variance / drop a mode) → every metric rises monotonically (Spearman ρ ≥ 0.8)</a:t>
            </a:r>
            <a:endParaRPr>
              <a:latin typeface="Roboto"/>
              <a:ea typeface="Roboto"/>
              <a:cs typeface="Roboto"/>
              <a:sym typeface="Roboto"/>
            </a:endParaRPr>
          </a:p>
        </p:txBody>
      </p:sp>
      <p:sp>
        <p:nvSpPr>
          <p:cNvPr id="556" name="Google Shape;556;p38"/>
          <p:cNvSpPr txBox="1"/>
          <p:nvPr>
            <p:ph type="title"/>
          </p:nvPr>
        </p:nvSpPr>
        <p:spPr>
          <a:xfrm>
            <a:off x="408650" y="463000"/>
            <a:ext cx="71391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Module Test </a:t>
            </a:r>
            <a:endParaRPr/>
          </a:p>
        </p:txBody>
      </p:sp>
      <p:pic>
        <p:nvPicPr>
          <p:cNvPr id="557" name="Google Shape;557;p38" title="Screenshot 2026-06-26 at 10.42.05 PM.png"/>
          <p:cNvPicPr preferRelativeResize="0"/>
          <p:nvPr/>
        </p:nvPicPr>
        <p:blipFill>
          <a:blip r:embed="rId3">
            <a:alphaModFix/>
          </a:blip>
          <a:stretch>
            <a:fillRect/>
          </a:stretch>
        </p:blipFill>
        <p:spPr>
          <a:xfrm>
            <a:off x="201375" y="2861400"/>
            <a:ext cx="8702423" cy="1733675"/>
          </a:xfrm>
          <a:prstGeom prst="rect">
            <a:avLst/>
          </a:prstGeom>
          <a:noFill/>
          <a:ln>
            <a:noFill/>
          </a:ln>
        </p:spPr>
      </p:pic>
      <p:sp>
        <p:nvSpPr>
          <p:cNvPr id="558" name="Google Shape;558;p38"/>
          <p:cNvSpPr txBox="1"/>
          <p:nvPr/>
        </p:nvSpPr>
        <p:spPr>
          <a:xfrm>
            <a:off x="5092100" y="1384825"/>
            <a:ext cx="324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3. </a:t>
            </a:r>
            <a:r>
              <a:rPr lang="en" sz="1200">
                <a:solidFill>
                  <a:schemeClr val="dk1"/>
                </a:solidFill>
                <a:latin typeface="Roboto"/>
                <a:ea typeface="Roboto"/>
                <a:cs typeface="Roboto"/>
                <a:sym typeface="Roboto"/>
              </a:rPr>
              <a:t>Speed test: the 2 real-time monitors: MMD ~180 ms, SWD ~10 ms on 5k points.</a:t>
            </a:r>
            <a:endParaRPr sz="1200">
              <a:solidFill>
                <a:schemeClr val="dk1"/>
              </a:solidFill>
              <a:latin typeface="Roboto"/>
              <a:ea typeface="Roboto"/>
              <a:cs typeface="Roboto"/>
              <a:sym typeface="Roboto"/>
            </a:endParaRPr>
          </a:p>
          <a:p>
            <a:pPr indent="0" lvl="0" marL="0" rtl="0" algn="l">
              <a:spcBef>
                <a:spcPts val="1200"/>
              </a:spcBef>
              <a:spcAft>
                <a:spcPts val="1200"/>
              </a:spcAft>
              <a:buNone/>
            </a:pPr>
            <a:r>
              <a:t/>
            </a:r>
            <a:endParaRPr sz="1200">
              <a:solidFill>
                <a:schemeClr val="dk1"/>
              </a:solidFill>
              <a:latin typeface="Roboto"/>
              <a:ea typeface="Roboto"/>
              <a:cs typeface="Roboto"/>
              <a:sym typeface="Roboto"/>
            </a:endParaRPr>
          </a:p>
        </p:txBody>
      </p:sp>
      <p:sp>
        <p:nvSpPr>
          <p:cNvPr id="559" name="Google Shape;559;p38"/>
          <p:cNvSpPr txBox="1"/>
          <p:nvPr/>
        </p:nvSpPr>
        <p:spPr>
          <a:xfrm>
            <a:off x="201375" y="4774200"/>
            <a:ext cx="7346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chemeClr val="dk1"/>
                </a:solidFill>
                <a:latin typeface="Roboto"/>
                <a:ea typeface="Roboto"/>
                <a:cs typeface="Roboto"/>
                <a:sym typeface="Roboto"/>
              </a:rPr>
              <a:t>* PD/KPD numeric values pending environment, need a Colab run because of the missing jetnet package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9"/>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Flow-Matching</a:t>
            </a:r>
            <a:endParaRPr/>
          </a:p>
        </p:txBody>
      </p:sp>
      <p:sp>
        <p:nvSpPr>
          <p:cNvPr id="565" name="Google Shape;565;p39"/>
          <p:cNvSpPr txBox="1"/>
          <p:nvPr>
            <p:ph idx="3" type="body"/>
          </p:nvPr>
        </p:nvSpPr>
        <p:spPr>
          <a:xfrm>
            <a:off x="433550" y="1492800"/>
            <a:ext cx="37554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Does flow matching actually generate the right distribution?</a:t>
            </a:r>
            <a:endParaRPr/>
          </a:p>
          <a:p>
            <a:pPr indent="0" lvl="0" marL="0" rtl="0" algn="l">
              <a:spcBef>
                <a:spcPts val="1200"/>
              </a:spcBef>
              <a:spcAft>
                <a:spcPts val="0"/>
              </a:spcAft>
              <a:buNone/>
            </a:pPr>
            <a:r>
              <a:rPr lang="en"/>
              <a:t>Also test pinnde_eval</a:t>
            </a:r>
            <a:endParaRPr/>
          </a:p>
          <a:p>
            <a:pPr indent="0" lvl="0" marL="0" rtl="0" algn="l">
              <a:spcBef>
                <a:spcPts val="1200"/>
              </a:spcBef>
              <a:spcAft>
                <a:spcPts val="0"/>
              </a:spcAft>
              <a:buNone/>
            </a:pPr>
            <a:r>
              <a:rPr lang="en"/>
              <a:t>Since p</a:t>
            </a:r>
            <a:r>
              <a:rPr lang="en"/>
              <a:t>innde_eval is already calibrated on 2-D Gaussian mixture, I used a GMM</a:t>
            </a:r>
            <a:endParaRPr/>
          </a:p>
          <a:p>
            <a:pPr indent="0" lvl="0" marL="0" rtl="0" algn="l">
              <a:spcBef>
                <a:spcPts val="1200"/>
              </a:spcBef>
              <a:spcAft>
                <a:spcPts val="0"/>
              </a:spcAft>
              <a:buNone/>
            </a:pPr>
            <a:r>
              <a:rPr lang="en"/>
              <a:t>Training objective: Conditional flow matching, in the t=0 noise → t=1 data convention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20000 training, 5000 validation</a:t>
            </a:r>
            <a:endParaRPr/>
          </a:p>
          <a:p>
            <a:pPr indent="0" lvl="0" marL="0" rtl="0" algn="l">
              <a:spcBef>
                <a:spcPts val="1200"/>
              </a:spcBef>
              <a:spcAft>
                <a:spcPts val="1200"/>
              </a:spcAft>
              <a:buNone/>
            </a:pPr>
            <a:r>
              <a:rPr lang="en"/>
              <a:t>Adam, lr 1e-3, batch 256, 4000 steps</a:t>
            </a:r>
            <a:endParaRPr/>
          </a:p>
        </p:txBody>
      </p:sp>
      <p:sp>
        <p:nvSpPr>
          <p:cNvPr id="566" name="Google Shape;566;p39"/>
          <p:cNvSpPr txBox="1"/>
          <p:nvPr>
            <p:ph type="title"/>
          </p:nvPr>
        </p:nvSpPr>
        <p:spPr>
          <a:xfrm>
            <a:off x="408650" y="463000"/>
            <a:ext cx="6381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Flow-matching test</a:t>
            </a:r>
            <a:endParaRPr/>
          </a:p>
        </p:txBody>
      </p:sp>
      <p:pic>
        <p:nvPicPr>
          <p:cNvPr id="567" name="Google Shape;567;p39" title="Screenshot 2026-06-26 at 10.56.09 PM.png"/>
          <p:cNvPicPr preferRelativeResize="0"/>
          <p:nvPr/>
        </p:nvPicPr>
        <p:blipFill>
          <a:blip r:embed="rId3">
            <a:alphaModFix/>
          </a:blip>
          <a:stretch>
            <a:fillRect/>
          </a:stretch>
        </p:blipFill>
        <p:spPr>
          <a:xfrm>
            <a:off x="4036250" y="2374275"/>
            <a:ext cx="2145270" cy="2769225"/>
          </a:xfrm>
          <a:prstGeom prst="rect">
            <a:avLst/>
          </a:prstGeom>
          <a:noFill/>
          <a:ln>
            <a:noFill/>
          </a:ln>
        </p:spPr>
      </p:pic>
      <p:pic>
        <p:nvPicPr>
          <p:cNvPr id="568" name="Google Shape;568;p39" title="Screenshot 2026-06-26 at 11.08.06 PM.png"/>
          <p:cNvPicPr preferRelativeResize="0"/>
          <p:nvPr/>
        </p:nvPicPr>
        <p:blipFill>
          <a:blip r:embed="rId4">
            <a:alphaModFix/>
          </a:blip>
          <a:stretch>
            <a:fillRect/>
          </a:stretch>
        </p:blipFill>
        <p:spPr>
          <a:xfrm>
            <a:off x="508000" y="3519424"/>
            <a:ext cx="3680950" cy="779449"/>
          </a:xfrm>
          <a:prstGeom prst="rect">
            <a:avLst/>
          </a:prstGeom>
          <a:noFill/>
          <a:ln>
            <a:noFill/>
          </a:ln>
        </p:spPr>
      </p:pic>
      <p:pic>
        <p:nvPicPr>
          <p:cNvPr id="569" name="Google Shape;569;p39" title="Screenshot 2026-06-26 at 11.08.55 PM.png"/>
          <p:cNvPicPr preferRelativeResize="0"/>
          <p:nvPr/>
        </p:nvPicPr>
        <p:blipFill>
          <a:blip r:embed="rId5">
            <a:alphaModFix/>
          </a:blip>
          <a:stretch>
            <a:fillRect/>
          </a:stretch>
        </p:blipFill>
        <p:spPr>
          <a:xfrm>
            <a:off x="5587375" y="121313"/>
            <a:ext cx="3361176" cy="22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0"/>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Flow-Matching</a:t>
            </a:r>
            <a:endParaRPr/>
          </a:p>
        </p:txBody>
      </p:sp>
      <p:sp>
        <p:nvSpPr>
          <p:cNvPr id="575" name="Google Shape;575;p40"/>
          <p:cNvSpPr txBox="1"/>
          <p:nvPr>
            <p:ph type="title"/>
          </p:nvPr>
        </p:nvSpPr>
        <p:spPr>
          <a:xfrm>
            <a:off x="408650" y="463000"/>
            <a:ext cx="6381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Flow-matching test</a:t>
            </a:r>
            <a:endParaRPr/>
          </a:p>
        </p:txBody>
      </p:sp>
      <p:pic>
        <p:nvPicPr>
          <p:cNvPr id="576" name="Google Shape;576;p40" title="Screenshot 2026-06-26 at 10.56.17 PM.png"/>
          <p:cNvPicPr preferRelativeResize="0"/>
          <p:nvPr/>
        </p:nvPicPr>
        <p:blipFill>
          <a:blip r:embed="rId3">
            <a:alphaModFix/>
          </a:blip>
          <a:stretch>
            <a:fillRect/>
          </a:stretch>
        </p:blipFill>
        <p:spPr>
          <a:xfrm>
            <a:off x="4985875" y="1345350"/>
            <a:ext cx="4004649" cy="1507200"/>
          </a:xfrm>
          <a:prstGeom prst="rect">
            <a:avLst/>
          </a:prstGeom>
          <a:noFill/>
          <a:ln>
            <a:noFill/>
          </a:ln>
        </p:spPr>
      </p:pic>
      <p:pic>
        <p:nvPicPr>
          <p:cNvPr id="577" name="Google Shape;577;p40" title="Screenshot 2026-06-26 at 11.09.50 PM.png"/>
          <p:cNvPicPr preferRelativeResize="0"/>
          <p:nvPr/>
        </p:nvPicPr>
        <p:blipFill>
          <a:blip r:embed="rId4">
            <a:alphaModFix/>
          </a:blip>
          <a:stretch>
            <a:fillRect/>
          </a:stretch>
        </p:blipFill>
        <p:spPr>
          <a:xfrm>
            <a:off x="0" y="1495575"/>
            <a:ext cx="4830398" cy="1416800"/>
          </a:xfrm>
          <a:prstGeom prst="rect">
            <a:avLst/>
          </a:prstGeom>
          <a:noFill/>
          <a:ln>
            <a:noFill/>
          </a:ln>
        </p:spPr>
      </p:pic>
      <p:sp>
        <p:nvSpPr>
          <p:cNvPr id="578" name="Google Shape;578;p40"/>
          <p:cNvSpPr txBox="1"/>
          <p:nvPr/>
        </p:nvSpPr>
        <p:spPr>
          <a:xfrm>
            <a:off x="4985850" y="2893100"/>
            <a:ext cx="400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chemeClr val="dk1"/>
                </a:solidFill>
                <a:latin typeface="Lexend Light"/>
                <a:ea typeface="Lexend Light"/>
                <a:cs typeface="Lexend Light"/>
                <a:sym typeface="Lexend Light"/>
              </a:rPr>
              <a:t>*per-feature W1 tells which coordinate the model is weakest on</a:t>
            </a:r>
            <a:endParaRPr/>
          </a:p>
        </p:txBody>
      </p:sp>
      <p:pic>
        <p:nvPicPr>
          <p:cNvPr id="579" name="Google Shape;579;p40"/>
          <p:cNvPicPr preferRelativeResize="0"/>
          <p:nvPr/>
        </p:nvPicPr>
        <p:blipFill>
          <a:blip r:embed="rId5">
            <a:alphaModFix/>
          </a:blip>
          <a:stretch>
            <a:fillRect/>
          </a:stretch>
        </p:blipFill>
        <p:spPr>
          <a:xfrm>
            <a:off x="0" y="2944850"/>
            <a:ext cx="5073827" cy="2198649"/>
          </a:xfrm>
          <a:prstGeom prst="rect">
            <a:avLst/>
          </a:prstGeom>
          <a:noFill/>
          <a:ln>
            <a:noFill/>
          </a:ln>
        </p:spPr>
      </p:pic>
      <p:sp>
        <p:nvSpPr>
          <p:cNvPr id="580" name="Google Shape;580;p40"/>
          <p:cNvSpPr txBox="1"/>
          <p:nvPr/>
        </p:nvSpPr>
        <p:spPr>
          <a:xfrm>
            <a:off x="46550" y="4967175"/>
            <a:ext cx="2811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dk1"/>
                </a:solidFill>
                <a:latin typeface="Roboto"/>
                <a:ea typeface="Roboto"/>
                <a:cs typeface="Roboto"/>
                <a:sym typeface="Roboto"/>
              </a:rPr>
              <a:t>d</a:t>
            </a:r>
            <a:r>
              <a:rPr lang="en" sz="600">
                <a:solidFill>
                  <a:schemeClr val="dk1"/>
                </a:solidFill>
                <a:latin typeface="Roboto"/>
                <a:ea typeface="Roboto"/>
                <a:cs typeface="Roboto"/>
                <a:sym typeface="Roboto"/>
              </a:rPr>
              <a:t>ark purple/blue = slow, green/yellow = fast</a:t>
            </a:r>
            <a:endParaRPr sz="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1"/>
          <p:cNvSpPr/>
          <p:nvPr/>
        </p:nvSpPr>
        <p:spPr>
          <a:xfrm>
            <a:off x="0" y="1374600"/>
            <a:ext cx="5289000" cy="3768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86" name="Google Shape;586;p41"/>
          <p:cNvSpPr txBox="1"/>
          <p:nvPr>
            <p:ph type="title"/>
          </p:nvPr>
        </p:nvSpPr>
        <p:spPr>
          <a:xfrm>
            <a:off x="408650" y="463000"/>
            <a:ext cx="80964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Midterm Proposal</a:t>
            </a:r>
            <a:endParaRPr/>
          </a:p>
        </p:txBody>
      </p:sp>
      <p:sp>
        <p:nvSpPr>
          <p:cNvPr id="587" name="Google Shape;587;p41"/>
          <p:cNvSpPr txBox="1"/>
          <p:nvPr>
            <p:ph idx="1" type="body"/>
          </p:nvPr>
        </p:nvSpPr>
        <p:spPr>
          <a:xfrm>
            <a:off x="433550" y="295600"/>
            <a:ext cx="25041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Midterm Evaluation Plan</a:t>
            </a:r>
            <a:endParaRPr/>
          </a:p>
        </p:txBody>
      </p:sp>
      <p:sp>
        <p:nvSpPr>
          <p:cNvPr id="588" name="Google Shape;588;p41"/>
          <p:cNvSpPr/>
          <p:nvPr/>
        </p:nvSpPr>
        <p:spPr>
          <a:xfrm>
            <a:off x="0" y="1374600"/>
            <a:ext cx="7406400" cy="3768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89" name="Google Shape;589;p41"/>
          <p:cNvSpPr txBox="1"/>
          <p:nvPr>
            <p:ph idx="3" type="body"/>
          </p:nvPr>
        </p:nvSpPr>
        <p:spPr>
          <a:xfrm>
            <a:off x="165675" y="1471900"/>
            <a:ext cx="7187400" cy="3125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latin typeface="Arial"/>
                <a:ea typeface="Arial"/>
                <a:cs typeface="Arial"/>
                <a:sym typeface="Arial"/>
              </a:rPr>
              <a:t>Done: </a:t>
            </a:r>
            <a:br>
              <a:rPr lang="en" sz="1400">
                <a:latin typeface="Arial"/>
                <a:ea typeface="Arial"/>
                <a:cs typeface="Arial"/>
                <a:sym typeface="Arial"/>
              </a:rPr>
            </a:br>
            <a:r>
              <a:rPr lang="en" sz="1400">
                <a:solidFill>
                  <a:srgbClr val="188038"/>
                </a:solidFill>
                <a:latin typeface="Arial"/>
                <a:ea typeface="Arial"/>
                <a:cs typeface="Arial"/>
                <a:sym typeface="Arial"/>
              </a:rPr>
              <a:t>- Shared evaluation module, with 20 tests.</a:t>
            </a:r>
            <a:br>
              <a:rPr lang="en" sz="1400">
                <a:solidFill>
                  <a:srgbClr val="188038"/>
                </a:solidFill>
                <a:latin typeface="Arial"/>
                <a:ea typeface="Arial"/>
                <a:cs typeface="Arial"/>
                <a:sym typeface="Arial"/>
              </a:rPr>
            </a:br>
            <a:r>
              <a:rPr lang="en" sz="1400">
                <a:solidFill>
                  <a:srgbClr val="188038"/>
                </a:solidFill>
                <a:latin typeface="Arial"/>
                <a:ea typeface="Arial"/>
                <a:cs typeface="Arial"/>
                <a:sym typeface="Arial"/>
              </a:rPr>
              <a:t>- Toy flow-matching baseline reaching the null floor.</a:t>
            </a:r>
            <a:endParaRPr sz="1400">
              <a:solidFill>
                <a:srgbClr val="188038"/>
              </a:solidFill>
              <a:latin typeface="Arial"/>
              <a:ea typeface="Arial"/>
              <a:cs typeface="Arial"/>
              <a:sym typeface="Arial"/>
            </a:endParaRPr>
          </a:p>
          <a:p>
            <a:pPr indent="0" lvl="0" marL="0" rtl="0" algn="l">
              <a:lnSpc>
                <a:spcPct val="115000"/>
              </a:lnSpc>
              <a:spcBef>
                <a:spcPts val="1200"/>
              </a:spcBef>
              <a:spcAft>
                <a:spcPts val="0"/>
              </a:spcAft>
              <a:buNone/>
            </a:pPr>
            <a:r>
              <a:rPr b="1" lang="en" sz="1400">
                <a:latin typeface="Arial"/>
                <a:ea typeface="Arial"/>
                <a:cs typeface="Arial"/>
                <a:sym typeface="Arial"/>
              </a:rPr>
              <a:t>Proposed: </a:t>
            </a:r>
            <a:br>
              <a:rPr lang="en" sz="1400">
                <a:latin typeface="Arial"/>
                <a:ea typeface="Arial"/>
                <a:cs typeface="Arial"/>
                <a:sym typeface="Arial"/>
              </a:rPr>
            </a:br>
            <a:r>
              <a:rPr lang="en" sz="1400">
                <a:latin typeface="Arial"/>
                <a:ea typeface="Arial"/>
                <a:cs typeface="Arial"/>
                <a:sym typeface="Arial"/>
              </a:rPr>
              <a:t>- Flow-matching vs. score-MC baseline, on the same toy setup the score track uses (same dimensionality, same GMM/latent). Use pinnde_eval to score, by: </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AutoNum type="arabicPeriod"/>
            </a:pPr>
            <a:r>
              <a:rPr lang="en" sz="1400">
                <a:latin typeface="Arial"/>
                <a:ea typeface="Arial"/>
                <a:cs typeface="Arial"/>
                <a:sym typeface="Arial"/>
              </a:rPr>
              <a:t>Cost / scaling, wall-clock per step and the O(batch) vs O(N·M) story, ideally a curve as N grows.</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AutoNum type="arabicPeriod"/>
            </a:pPr>
            <a:r>
              <a:rPr lang="en" sz="1400">
                <a:latin typeface="Arial"/>
                <a:ea typeface="Arial"/>
                <a:cs typeface="Arial"/>
                <a:sym typeface="Arial"/>
              </a:rPr>
              <a:t>Quality using eval module: AUC, SWD, and (Colab) FPD</a:t>
            </a:r>
            <a:endParaRPr sz="1400">
              <a:latin typeface="Arial"/>
              <a:ea typeface="Arial"/>
              <a:cs typeface="Arial"/>
              <a:sym typeface="Arial"/>
            </a:endParaRPr>
          </a:p>
          <a:p>
            <a:pPr indent="0" lvl="0" marL="0" rtl="0" algn="l">
              <a:lnSpc>
                <a:spcPct val="115000"/>
              </a:lnSpc>
              <a:spcBef>
                <a:spcPts val="1200"/>
              </a:spcBef>
              <a:spcAft>
                <a:spcPts val="0"/>
              </a:spcAft>
              <a:buNone/>
            </a:pPr>
            <a:r>
              <a:rPr lang="en" sz="1400">
                <a:latin typeface="Arial"/>
                <a:ea typeface="Arial"/>
                <a:cs typeface="Arial"/>
                <a:sym typeface="Arial"/>
              </a:rPr>
              <a:t>Hope: FM is cheaper and as good or better. </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 sz="1400">
                <a:latin typeface="Arial"/>
                <a:ea typeface="Arial"/>
                <a:cs typeface="Arial"/>
                <a:sym typeface="Arial"/>
              </a:rPr>
              <a:t>A detailed blog explaining the Flow Matching formulation idea. Include this toy example </a:t>
            </a:r>
            <a:endParaRPr sz="14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2"/>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3"/>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Flow-Matching</a:t>
            </a:r>
            <a:endParaRPr/>
          </a:p>
        </p:txBody>
      </p:sp>
      <p:sp>
        <p:nvSpPr>
          <p:cNvPr id="600" name="Google Shape;600;p43"/>
          <p:cNvSpPr txBox="1"/>
          <p:nvPr>
            <p:ph idx="3" type="body"/>
          </p:nvPr>
        </p:nvSpPr>
        <p:spPr>
          <a:xfrm>
            <a:off x="433550" y="1492800"/>
            <a:ext cx="43647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a:t>
            </a:r>
            <a:endParaRPr/>
          </a:p>
          <a:p>
            <a:pPr indent="0" lvl="0" marL="0" rtl="0" algn="l">
              <a:spcBef>
                <a:spcPts val="1200"/>
              </a:spcBef>
              <a:spcAft>
                <a:spcPts val="0"/>
              </a:spcAft>
              <a:buNone/>
            </a:pPr>
            <a:r>
              <a:rPr lang="en"/>
              <a:t>For each point we build one (input → target) pair:</a:t>
            </a:r>
            <a:endParaRPr/>
          </a:p>
          <a:p>
            <a:pPr indent="0" lvl="0" marL="0" rtl="0" algn="l">
              <a:spcBef>
                <a:spcPts val="1200"/>
              </a:spcBef>
              <a:spcAft>
                <a:spcPts val="0"/>
              </a:spcAft>
              <a:buNone/>
            </a:pPr>
            <a:r>
              <a:rPr lang="en"/>
              <a:t>Take a real data point x₁ (e.g. a point in one of the GMM dist).</a:t>
            </a:r>
            <a:endParaRPr/>
          </a:p>
          <a:p>
            <a:pPr indent="0" lvl="0" marL="0" rtl="0" algn="l">
              <a:spcBef>
                <a:spcPts val="1200"/>
              </a:spcBef>
              <a:spcAft>
                <a:spcPts val="0"/>
              </a:spcAft>
              <a:buNone/>
            </a:pPr>
            <a:r>
              <a:rPr lang="en"/>
              <a:t>Draw a random noise point x₀ ~ N(0, I).</a:t>
            </a:r>
            <a:endParaRPr/>
          </a:p>
          <a:p>
            <a:pPr indent="0" lvl="0" marL="0" rtl="0" algn="l">
              <a:spcBef>
                <a:spcPts val="1200"/>
              </a:spcBef>
              <a:spcAft>
                <a:spcPts val="0"/>
              </a:spcAft>
              <a:buNone/>
            </a:pPr>
            <a:r>
              <a:rPr lang="en"/>
              <a:t>Pick a random time t ∈ [0,1] and place a point on the straight line between them: x_t = (1−t)·x₀ + t·x₁.</a:t>
            </a:r>
            <a:endParaRPr/>
          </a:p>
          <a:p>
            <a:pPr indent="0" lvl="0" marL="0" rtl="0" algn="l">
              <a:spcBef>
                <a:spcPts val="1200"/>
              </a:spcBef>
              <a:spcAft>
                <a:spcPts val="0"/>
              </a:spcAft>
              <a:buNone/>
            </a:pPr>
            <a:r>
              <a:rPr lang="en"/>
              <a:t>The "correct" velocity along that straight line is constant: target = x₁ − x₀ (it points from noise toward data).</a:t>
            </a:r>
            <a:endParaRPr/>
          </a:p>
          <a:p>
            <a:pPr indent="0" lvl="0" marL="0" rtl="0" algn="l">
              <a:spcBef>
                <a:spcPts val="1200"/>
              </a:spcBef>
              <a:spcAft>
                <a:spcPts val="0"/>
              </a:spcAft>
              <a:buNone/>
            </a:pPr>
            <a:r>
              <a:rPr lang="en"/>
              <a:t>Ask the MLP: "at position x_t, time t, which way?" → vθ(x_t, t).</a:t>
            </a:r>
            <a:endParaRPr/>
          </a:p>
          <a:p>
            <a:pPr indent="0" lvl="0" marL="0" rtl="0" algn="l">
              <a:spcBef>
                <a:spcPts val="1200"/>
              </a:spcBef>
              <a:spcAft>
                <a:spcPts val="1200"/>
              </a:spcAft>
              <a:buNone/>
            </a:pPr>
            <a:r>
              <a:rPr lang="en"/>
              <a:t>Loss = ‖ vθ(x_t, t) − (x₁ − x₀) ‖² (MSE)..</a:t>
            </a:r>
            <a:endParaRPr/>
          </a:p>
        </p:txBody>
      </p:sp>
      <p:sp>
        <p:nvSpPr>
          <p:cNvPr id="601" name="Google Shape;601;p43"/>
          <p:cNvSpPr txBox="1"/>
          <p:nvPr>
            <p:ph type="title"/>
          </p:nvPr>
        </p:nvSpPr>
        <p:spPr>
          <a:xfrm>
            <a:off x="408650" y="463000"/>
            <a:ext cx="6381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Flow-matching test</a:t>
            </a:r>
            <a:endParaRPr/>
          </a:p>
        </p:txBody>
      </p:sp>
      <p:pic>
        <p:nvPicPr>
          <p:cNvPr id="602" name="Google Shape;602;p43" title="Screenshot 2026-06-26 at 10.56.17 PM.png"/>
          <p:cNvPicPr preferRelativeResize="0"/>
          <p:nvPr/>
        </p:nvPicPr>
        <p:blipFill>
          <a:blip r:embed="rId3">
            <a:alphaModFix/>
          </a:blip>
          <a:stretch>
            <a:fillRect/>
          </a:stretch>
        </p:blipFill>
        <p:spPr>
          <a:xfrm>
            <a:off x="5018875" y="2738675"/>
            <a:ext cx="4004649" cy="1507200"/>
          </a:xfrm>
          <a:prstGeom prst="rect">
            <a:avLst/>
          </a:prstGeom>
          <a:noFill/>
          <a:ln>
            <a:noFill/>
          </a:ln>
        </p:spPr>
      </p:pic>
      <p:pic>
        <p:nvPicPr>
          <p:cNvPr id="603" name="Google Shape;603;p43" title="Screenshot 2026-06-26 at 11.09.50 PM.png"/>
          <p:cNvPicPr preferRelativeResize="0"/>
          <p:nvPr/>
        </p:nvPicPr>
        <p:blipFill>
          <a:blip r:embed="rId4">
            <a:alphaModFix/>
          </a:blip>
          <a:stretch>
            <a:fillRect/>
          </a:stretch>
        </p:blipFill>
        <p:spPr>
          <a:xfrm>
            <a:off x="4985850" y="1424750"/>
            <a:ext cx="4070700" cy="1193964"/>
          </a:xfrm>
          <a:prstGeom prst="rect">
            <a:avLst/>
          </a:prstGeom>
          <a:noFill/>
          <a:ln>
            <a:noFill/>
          </a:ln>
        </p:spPr>
      </p:pic>
      <p:sp>
        <p:nvSpPr>
          <p:cNvPr id="604" name="Google Shape;604;p43"/>
          <p:cNvSpPr txBox="1"/>
          <p:nvPr/>
        </p:nvSpPr>
        <p:spPr>
          <a:xfrm>
            <a:off x="4985850" y="4289375"/>
            <a:ext cx="400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chemeClr val="dk1"/>
                </a:solidFill>
                <a:latin typeface="Lexend Light"/>
                <a:ea typeface="Lexend Light"/>
                <a:cs typeface="Lexend Light"/>
                <a:sym typeface="Lexend Light"/>
              </a:rPr>
              <a:t>*per-feature W1 tells which coordinate the model is weakest 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ssignment #2">
  <a:themeElements>
    <a:clrScheme name="Simple Light">
      <a:dk1>
        <a:srgbClr val="000000"/>
      </a:dk1>
      <a:lt1>
        <a:srgbClr val="FCF9F6"/>
      </a:lt1>
      <a:dk2>
        <a:srgbClr val="DE7E5D"/>
      </a:dk2>
      <a:lt2>
        <a:srgbClr val="FFB185"/>
      </a:lt2>
      <a:accent1>
        <a:srgbClr val="FFE5D6"/>
      </a:accent1>
      <a:accent2>
        <a:srgbClr val="FFCCAF"/>
      </a:accent2>
      <a:accent3>
        <a:srgbClr val="CAF0F8"/>
      </a:accent3>
      <a:accent4>
        <a:srgbClr val="00B4D8"/>
      </a:accent4>
      <a:accent5>
        <a:srgbClr val="0077B6"/>
      </a:accent5>
      <a:accent6>
        <a:srgbClr val="03045E"/>
      </a:accent6>
      <a:hlink>
        <a:srgbClr val="001D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